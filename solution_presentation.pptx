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3"/>
    <p:sldId id="258" r:id="rId4"/>
    <p:sldId id="259" r:id="rId5"/>
    <p:sldId id="260" r:id="rId6"/>
    <p:sldId id="263" r:id="rId9"/>
    <p:sldId id="268"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5039A6-F36D-40EC-9C40-978F7891C0D3}" v="2" dt="2026-07-23T09:22:50.497"/>
    <p1510:client id="{99BAD0F8-86B1-4B0E-B507-B635FB6532E1}" v="1" dt="2026-07-24T04:49:31.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96" autoAdjust="0"/>
    <p:restoredTop sz="94610"/>
  </p:normalViewPr>
  <p:slideViewPr>
    <p:cSldViewPr snapToGrid="0" snapToObjects="1">
      <p:cViewPr varScale="1">
        <p:scale>
          <a:sx n="63" d="100"/>
          <a:sy n="63" d="100"/>
        </p:scale>
        <p:origin x="100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er Institutional Inclusive  Innovations Center" userId="8f0f2a58-4f3c-47a5-9304-113b24e1e584" providerId="ADAL" clId="{7C429524-839A-4DDC-9EAA-B9B6CA7C8F65}"/>
    <pc:docChg chg="undo custSel modSld addMainMaster delMainMaster modMainMaster">
      <pc:chgData name="Inter Institutional Inclusive  Innovations Center" userId="8f0f2a58-4f3c-47a5-9304-113b24e1e584" providerId="ADAL" clId="{7C429524-839A-4DDC-9EAA-B9B6CA7C8F65}" dt="2026-07-24T04:52:03.139" v="215" actId="20577"/>
      <pc:docMkLst>
        <pc:docMk/>
      </pc:docMkLst>
      <pc:sldChg chg="addSp delSp modSp mod">
        <pc:chgData name="Inter Institutional Inclusive  Innovations Center" userId="8f0f2a58-4f3c-47a5-9304-113b24e1e584" providerId="ADAL" clId="{7C429524-839A-4DDC-9EAA-B9B6CA7C8F65}" dt="2026-07-24T04:52:03.139" v="215" actId="20577"/>
        <pc:sldMkLst>
          <pc:docMk/>
          <pc:sldMk cId="0" sldId="256"/>
        </pc:sldMkLst>
        <pc:spChg chg="mod">
          <ac:chgData name="Inter Institutional Inclusive  Innovations Center" userId="8f0f2a58-4f3c-47a5-9304-113b24e1e584" providerId="ADAL" clId="{7C429524-839A-4DDC-9EAA-B9B6CA7C8F65}" dt="2026-07-24T04:52:03.139" v="215" actId="20577"/>
          <ac:spMkLst>
            <pc:docMk/>
            <pc:sldMk cId="0" sldId="256"/>
            <ac:spMk id="12" creationId="{00000000-0000-0000-0000-000000000000}"/>
          </ac:spMkLst>
        </pc:spChg>
        <pc:picChg chg="del">
          <ac:chgData name="Inter Institutional Inclusive  Innovations Center" userId="8f0f2a58-4f3c-47a5-9304-113b24e1e584" providerId="ADAL" clId="{7C429524-839A-4DDC-9EAA-B9B6CA7C8F65}" dt="2026-07-23T09:21:19.958" v="117" actId="478"/>
          <ac:picMkLst>
            <pc:docMk/>
            <pc:sldMk cId="0" sldId="256"/>
            <ac:picMk id="5" creationId="{00000000-0000-0000-0000-000000000000}"/>
          </ac:picMkLst>
        </pc:picChg>
        <pc:picChg chg="add mod">
          <ac:chgData name="Inter Institutional Inclusive  Innovations Center" userId="8f0f2a58-4f3c-47a5-9304-113b24e1e584" providerId="ADAL" clId="{7C429524-839A-4DDC-9EAA-B9B6CA7C8F65}" dt="2026-07-24T04:49:50.859" v="169" actId="1076"/>
          <ac:picMkLst>
            <pc:docMk/>
            <pc:sldMk cId="0" sldId="256"/>
            <ac:picMk id="5" creationId="{8BB4234F-3583-BFF9-C279-17614D0CF451}"/>
          </ac:picMkLst>
        </pc:picChg>
        <pc:picChg chg="del">
          <ac:chgData name="Inter Institutional Inclusive  Innovations Center" userId="8f0f2a58-4f3c-47a5-9304-113b24e1e584" providerId="ADAL" clId="{7C429524-839A-4DDC-9EAA-B9B6CA7C8F65}" dt="2026-07-24T04:49:34.965" v="164" actId="478"/>
          <ac:picMkLst>
            <pc:docMk/>
            <pc:sldMk cId="0" sldId="256"/>
            <ac:picMk id="6" creationId="{00000000-0000-0000-0000-000000000000}"/>
          </ac:picMkLst>
        </pc:picChg>
        <pc:picChg chg="add del mod">
          <ac:chgData name="Inter Institutional Inclusive  Innovations Center" userId="8f0f2a58-4f3c-47a5-9304-113b24e1e584" providerId="ADAL" clId="{7C429524-839A-4DDC-9EAA-B9B6CA7C8F65}" dt="2026-07-24T04:48:56.841" v="162" actId="478"/>
          <ac:picMkLst>
            <pc:docMk/>
            <pc:sldMk cId="0" sldId="256"/>
            <ac:picMk id="21" creationId="{39800F03-85D7-C539-AC1F-E617F255427D}"/>
          </ac:picMkLst>
        </pc:picChg>
        <pc:picChg chg="del">
          <ac:chgData name="Inter Institutional Inclusive  Innovations Center" userId="8f0f2a58-4f3c-47a5-9304-113b24e1e584" providerId="ADAL" clId="{7C429524-839A-4DDC-9EAA-B9B6CA7C8F65}" dt="2026-07-23T09:21:18.033" v="116" actId="478"/>
          <ac:picMkLst>
            <pc:docMk/>
            <pc:sldMk cId="0" sldId="256"/>
            <ac:picMk id="24" creationId="{49E19F6C-7A17-044F-4D35-5AE5900A8840}"/>
          </ac:picMkLst>
        </pc:picChg>
      </pc:sldChg>
      <pc:sldChg chg="addSp delSp modSp mod">
        <pc:chgData name="Inter Institutional Inclusive  Innovations Center" userId="8f0f2a58-4f3c-47a5-9304-113b24e1e584" providerId="ADAL" clId="{7C429524-839A-4DDC-9EAA-B9B6CA7C8F65}" dt="2026-07-24T04:50:03.416" v="173" actId="1076"/>
        <pc:sldMkLst>
          <pc:docMk/>
          <pc:sldMk cId="0" sldId="257"/>
        </pc:sldMkLst>
        <pc:spChg chg="del">
          <ac:chgData name="Inter Institutional Inclusive  Innovations Center" userId="8f0f2a58-4f3c-47a5-9304-113b24e1e584" providerId="ADAL" clId="{7C429524-839A-4DDC-9EAA-B9B6CA7C8F65}" dt="2026-07-23T09:23:50.752" v="142" actId="478"/>
          <ac:spMkLst>
            <pc:docMk/>
            <pc:sldMk cId="0" sldId="257"/>
            <ac:spMk id="4" creationId="{00000000-0000-0000-0000-000000000000}"/>
          </ac:spMkLst>
        </pc:spChg>
        <pc:spChg chg="add mod">
          <ac:chgData name="Inter Institutional Inclusive  Innovations Center" userId="8f0f2a58-4f3c-47a5-9304-113b24e1e584" providerId="ADAL" clId="{7C429524-839A-4DDC-9EAA-B9B6CA7C8F65}" dt="2026-07-23T09:23:55" v="144" actId="1076"/>
          <ac:spMkLst>
            <pc:docMk/>
            <pc:sldMk cId="0" sldId="257"/>
            <ac:spMk id="70" creationId="{780937B3-EB04-4CBA-C636-AF115BC1E358}"/>
          </ac:spMkLst>
        </pc:spChg>
        <pc:picChg chg="del">
          <ac:chgData name="Inter Institutional Inclusive  Innovations Center" userId="8f0f2a58-4f3c-47a5-9304-113b24e1e584" providerId="ADAL" clId="{7C429524-839A-4DDC-9EAA-B9B6CA7C8F65}" dt="2026-07-23T09:21:34.301" v="122" actId="478"/>
          <ac:picMkLst>
            <pc:docMk/>
            <pc:sldMk cId="0" sldId="257"/>
            <ac:picMk id="5" creationId="{00000000-0000-0000-0000-000000000000}"/>
          </ac:picMkLst>
        </pc:picChg>
        <pc:picChg chg="add mod">
          <ac:chgData name="Inter Institutional Inclusive  Innovations Center" userId="8f0f2a58-4f3c-47a5-9304-113b24e1e584" providerId="ADAL" clId="{7C429524-839A-4DDC-9EAA-B9B6CA7C8F65}" dt="2026-07-24T04:50:03.416" v="173" actId="1076"/>
          <ac:picMkLst>
            <pc:docMk/>
            <pc:sldMk cId="0" sldId="257"/>
            <ac:picMk id="5" creationId="{5F67FE6B-8CE4-2744-DE3C-E456350E62E4}"/>
          </ac:picMkLst>
        </pc:picChg>
        <pc:picChg chg="add del">
          <ac:chgData name="Inter Institutional Inclusive  Innovations Center" userId="8f0f2a58-4f3c-47a5-9304-113b24e1e584" providerId="ADAL" clId="{7C429524-839A-4DDC-9EAA-B9B6CA7C8F65}" dt="2026-07-23T09:23:50.752" v="142" actId="478"/>
          <ac:picMkLst>
            <pc:docMk/>
            <pc:sldMk cId="0" sldId="257"/>
            <ac:picMk id="6" creationId="{00000000-0000-0000-0000-000000000000}"/>
          </ac:picMkLst>
        </pc:picChg>
        <pc:picChg chg="del">
          <ac:chgData name="Inter Institutional Inclusive  Innovations Center" userId="8f0f2a58-4f3c-47a5-9304-113b24e1e584" providerId="ADAL" clId="{7C429524-839A-4DDC-9EAA-B9B6CA7C8F65}" dt="2026-07-23T09:21:36.011" v="123" actId="478"/>
          <ac:picMkLst>
            <pc:docMk/>
            <pc:sldMk cId="0" sldId="257"/>
            <ac:picMk id="67" creationId="{C1D8EFAA-60C4-F885-3CF5-29E5275B8458}"/>
          </ac:picMkLst>
        </pc:picChg>
        <pc:picChg chg="add del mod">
          <ac:chgData name="Inter Institutional Inclusive  Innovations Center" userId="8f0f2a58-4f3c-47a5-9304-113b24e1e584" providerId="ADAL" clId="{7C429524-839A-4DDC-9EAA-B9B6CA7C8F65}" dt="2026-07-23T09:23:50.752" v="142" actId="478"/>
          <ac:picMkLst>
            <pc:docMk/>
            <pc:sldMk cId="0" sldId="257"/>
            <ac:picMk id="68" creationId="{923CF78D-2057-EB74-919F-879D8B37DC53}"/>
          </ac:picMkLst>
        </pc:picChg>
        <pc:picChg chg="add del mod">
          <ac:chgData name="Inter Institutional Inclusive  Innovations Center" userId="8f0f2a58-4f3c-47a5-9304-113b24e1e584" providerId="ADAL" clId="{7C429524-839A-4DDC-9EAA-B9B6CA7C8F65}" dt="2026-07-24T04:49:59.267" v="171" actId="478"/>
          <ac:picMkLst>
            <pc:docMk/>
            <pc:sldMk cId="0" sldId="257"/>
            <ac:picMk id="72" creationId="{E669829C-7B29-A7D1-ED99-C5F19C5072C6}"/>
          </ac:picMkLst>
        </pc:picChg>
        <pc:picChg chg="add del mod">
          <ac:chgData name="Inter Institutional Inclusive  Innovations Center" userId="8f0f2a58-4f3c-47a5-9304-113b24e1e584" providerId="ADAL" clId="{7C429524-839A-4DDC-9EAA-B9B6CA7C8F65}" dt="2026-07-24T04:49:57.485" v="170" actId="478"/>
          <ac:picMkLst>
            <pc:docMk/>
            <pc:sldMk cId="0" sldId="257"/>
            <ac:picMk id="74" creationId="{BEAA2AA5-66C7-EAD6-3C1C-DA0576C000F0}"/>
          </ac:picMkLst>
        </pc:picChg>
      </pc:sldChg>
      <pc:sldChg chg="addSp delSp modSp mod">
        <pc:chgData name="Inter Institutional Inclusive  Innovations Center" userId="8f0f2a58-4f3c-47a5-9304-113b24e1e584" providerId="ADAL" clId="{7C429524-839A-4DDC-9EAA-B9B6CA7C8F65}" dt="2026-07-24T04:50:10.912" v="177" actId="1076"/>
        <pc:sldMkLst>
          <pc:docMk/>
          <pc:sldMk cId="0" sldId="258"/>
        </pc:sldMkLst>
        <pc:spChg chg="del">
          <ac:chgData name="Inter Institutional Inclusive  Innovations Center" userId="8f0f2a58-4f3c-47a5-9304-113b24e1e584" providerId="ADAL" clId="{7C429524-839A-4DDC-9EAA-B9B6CA7C8F65}" dt="2026-07-23T09:24:02.229" v="145" actId="478"/>
          <ac:spMkLst>
            <pc:docMk/>
            <pc:sldMk cId="0" sldId="258"/>
            <ac:spMk id="4" creationId="{00000000-0000-0000-0000-000000000000}"/>
          </ac:spMkLst>
        </pc:spChg>
        <pc:spChg chg="add mod">
          <ac:chgData name="Inter Institutional Inclusive  Innovations Center" userId="8f0f2a58-4f3c-47a5-9304-113b24e1e584" providerId="ADAL" clId="{7C429524-839A-4DDC-9EAA-B9B6CA7C8F65}" dt="2026-07-23T09:24:05.052" v="147" actId="1076"/>
          <ac:spMkLst>
            <pc:docMk/>
            <pc:sldMk cId="0" sldId="258"/>
            <ac:spMk id="22" creationId="{8B3789FB-4EC6-29BB-8AB4-B514BCE88A9C}"/>
          </ac:spMkLst>
        </pc:spChg>
        <pc:picChg chg="del">
          <ac:chgData name="Inter Institutional Inclusive  Innovations Center" userId="8f0f2a58-4f3c-47a5-9304-113b24e1e584" providerId="ADAL" clId="{7C429524-839A-4DDC-9EAA-B9B6CA7C8F65}" dt="2026-07-23T09:24:02.229" v="145" actId="478"/>
          <ac:picMkLst>
            <pc:docMk/>
            <pc:sldMk cId="0" sldId="258"/>
            <ac:picMk id="5" creationId="{00000000-0000-0000-0000-000000000000}"/>
          </ac:picMkLst>
        </pc:picChg>
        <pc:picChg chg="add mod">
          <ac:chgData name="Inter Institutional Inclusive  Innovations Center" userId="8f0f2a58-4f3c-47a5-9304-113b24e1e584" providerId="ADAL" clId="{7C429524-839A-4DDC-9EAA-B9B6CA7C8F65}" dt="2026-07-24T04:50:10.912" v="177" actId="1076"/>
          <ac:picMkLst>
            <pc:docMk/>
            <pc:sldMk cId="0" sldId="258"/>
            <ac:picMk id="5" creationId="{AFA5626A-1768-0BB6-2B3B-C29607998D96}"/>
          </ac:picMkLst>
        </pc:picChg>
        <pc:picChg chg="del">
          <ac:chgData name="Inter Institutional Inclusive  Innovations Center" userId="8f0f2a58-4f3c-47a5-9304-113b24e1e584" providerId="ADAL" clId="{7C429524-839A-4DDC-9EAA-B9B6CA7C8F65}" dt="2026-07-23T09:24:02.229" v="145" actId="478"/>
          <ac:picMkLst>
            <pc:docMk/>
            <pc:sldMk cId="0" sldId="258"/>
            <ac:picMk id="6" creationId="{00000000-0000-0000-0000-000000000000}"/>
          </ac:picMkLst>
        </pc:picChg>
        <pc:picChg chg="add del mod">
          <ac:chgData name="Inter Institutional Inclusive  Innovations Center" userId="8f0f2a58-4f3c-47a5-9304-113b24e1e584" providerId="ADAL" clId="{7C429524-839A-4DDC-9EAA-B9B6CA7C8F65}" dt="2026-07-24T04:50:08.485" v="175" actId="478"/>
          <ac:picMkLst>
            <pc:docMk/>
            <pc:sldMk cId="0" sldId="258"/>
            <ac:picMk id="24" creationId="{AE24B99B-8E01-F8B4-8ED1-D996CB7F0C99}"/>
          </ac:picMkLst>
        </pc:picChg>
        <pc:picChg chg="add del mod">
          <ac:chgData name="Inter Institutional Inclusive  Innovations Center" userId="8f0f2a58-4f3c-47a5-9304-113b24e1e584" providerId="ADAL" clId="{7C429524-839A-4DDC-9EAA-B9B6CA7C8F65}" dt="2026-07-24T04:50:06.767" v="174" actId="478"/>
          <ac:picMkLst>
            <pc:docMk/>
            <pc:sldMk cId="0" sldId="258"/>
            <ac:picMk id="26" creationId="{D2A8A9BE-1E15-DD99-FB54-E04C51A447DD}"/>
          </ac:picMkLst>
        </pc:picChg>
      </pc:sldChg>
      <pc:sldChg chg="addSp delSp modSp mod">
        <pc:chgData name="Inter Institutional Inclusive  Innovations Center" userId="8f0f2a58-4f3c-47a5-9304-113b24e1e584" providerId="ADAL" clId="{7C429524-839A-4DDC-9EAA-B9B6CA7C8F65}" dt="2026-07-24T04:50:18.005" v="181" actId="1076"/>
        <pc:sldMkLst>
          <pc:docMk/>
          <pc:sldMk cId="0" sldId="259"/>
        </pc:sldMkLst>
        <pc:spChg chg="add mod">
          <ac:chgData name="Inter Institutional Inclusive  Innovations Center" userId="8f0f2a58-4f3c-47a5-9304-113b24e1e584" providerId="ADAL" clId="{7C429524-839A-4DDC-9EAA-B9B6CA7C8F65}" dt="2026-07-23T09:24:11.057" v="149" actId="1076"/>
          <ac:spMkLst>
            <pc:docMk/>
            <pc:sldMk cId="0" sldId="259"/>
            <ac:spMk id="25" creationId="{82B7216B-04F1-E2CC-935F-9AA2CE5B9E43}"/>
          </ac:spMkLst>
        </pc:spChg>
        <pc:picChg chg="add mod">
          <ac:chgData name="Inter Institutional Inclusive  Innovations Center" userId="8f0f2a58-4f3c-47a5-9304-113b24e1e584" providerId="ADAL" clId="{7C429524-839A-4DDC-9EAA-B9B6CA7C8F65}" dt="2026-07-24T04:50:18.005" v="181" actId="1076"/>
          <ac:picMkLst>
            <pc:docMk/>
            <pc:sldMk cId="0" sldId="259"/>
            <ac:picMk id="26" creationId="{7743FE56-9400-E309-F93C-96E3C8B4AF82}"/>
          </ac:picMkLst>
        </pc:picChg>
        <pc:picChg chg="add del mod">
          <ac:chgData name="Inter Institutional Inclusive  Innovations Center" userId="8f0f2a58-4f3c-47a5-9304-113b24e1e584" providerId="ADAL" clId="{7C429524-839A-4DDC-9EAA-B9B6CA7C8F65}" dt="2026-07-24T04:50:15.027" v="179" actId="478"/>
          <ac:picMkLst>
            <pc:docMk/>
            <pc:sldMk cId="0" sldId="259"/>
            <ac:picMk id="27" creationId="{B357A1E6-99F0-E990-223D-B058F179008C}"/>
          </ac:picMkLst>
        </pc:picChg>
        <pc:picChg chg="add del mod">
          <ac:chgData name="Inter Institutional Inclusive  Innovations Center" userId="8f0f2a58-4f3c-47a5-9304-113b24e1e584" providerId="ADAL" clId="{7C429524-839A-4DDC-9EAA-B9B6CA7C8F65}" dt="2026-07-24T04:50:13.204" v="178" actId="478"/>
          <ac:picMkLst>
            <pc:docMk/>
            <pc:sldMk cId="0" sldId="259"/>
            <ac:picMk id="29" creationId="{9072229F-1CE5-750A-DBFD-9C4A88BAFE15}"/>
          </ac:picMkLst>
        </pc:picChg>
      </pc:sldChg>
      <pc:sldChg chg="addSp delSp modSp mod">
        <pc:chgData name="Inter Institutional Inclusive  Innovations Center" userId="8f0f2a58-4f3c-47a5-9304-113b24e1e584" providerId="ADAL" clId="{7C429524-839A-4DDC-9EAA-B9B6CA7C8F65}" dt="2026-07-24T04:50:28.242" v="186" actId="1076"/>
        <pc:sldMkLst>
          <pc:docMk/>
          <pc:sldMk cId="0" sldId="260"/>
        </pc:sldMkLst>
        <pc:spChg chg="add mod">
          <ac:chgData name="Inter Institutional Inclusive  Innovations Center" userId="8f0f2a58-4f3c-47a5-9304-113b24e1e584" providerId="ADAL" clId="{7C429524-839A-4DDC-9EAA-B9B6CA7C8F65}" dt="2026-07-23T09:24:18.395" v="151" actId="1076"/>
          <ac:spMkLst>
            <pc:docMk/>
            <pc:sldMk cId="0" sldId="260"/>
            <ac:spMk id="22" creationId="{50164B49-38DE-6195-0A8B-DC6EC6DA2457}"/>
          </ac:spMkLst>
        </pc:spChg>
        <pc:picChg chg="add mod">
          <ac:chgData name="Inter Institutional Inclusive  Innovations Center" userId="8f0f2a58-4f3c-47a5-9304-113b24e1e584" providerId="ADAL" clId="{7C429524-839A-4DDC-9EAA-B9B6CA7C8F65}" dt="2026-07-24T04:50:28.242" v="186" actId="1076"/>
          <ac:picMkLst>
            <pc:docMk/>
            <pc:sldMk cId="0" sldId="260"/>
            <ac:picMk id="23" creationId="{18A68BD0-3127-AC0B-80B4-CA2643B37A26}"/>
          </ac:picMkLst>
        </pc:picChg>
        <pc:picChg chg="add del mod">
          <ac:chgData name="Inter Institutional Inclusive  Innovations Center" userId="8f0f2a58-4f3c-47a5-9304-113b24e1e584" providerId="ADAL" clId="{7C429524-839A-4DDC-9EAA-B9B6CA7C8F65}" dt="2026-07-24T04:50:23.735" v="183" actId="478"/>
          <ac:picMkLst>
            <pc:docMk/>
            <pc:sldMk cId="0" sldId="260"/>
            <ac:picMk id="24" creationId="{3A18E54B-D9A5-D8F4-1F47-CC79C92D1FCB}"/>
          </ac:picMkLst>
        </pc:picChg>
        <pc:picChg chg="add del mod">
          <ac:chgData name="Inter Institutional Inclusive  Innovations Center" userId="8f0f2a58-4f3c-47a5-9304-113b24e1e584" providerId="ADAL" clId="{7C429524-839A-4DDC-9EAA-B9B6CA7C8F65}" dt="2026-07-24T04:50:21.102" v="182" actId="478"/>
          <ac:picMkLst>
            <pc:docMk/>
            <pc:sldMk cId="0" sldId="260"/>
            <ac:picMk id="26" creationId="{EFBAF213-417A-8EA4-B3CD-8E1992EDDC89}"/>
          </ac:picMkLst>
        </pc:picChg>
      </pc:sldChg>
      <pc:sldChg chg="addSp delSp modSp mod">
        <pc:chgData name="Inter Institutional Inclusive  Innovations Center" userId="8f0f2a58-4f3c-47a5-9304-113b24e1e584" providerId="ADAL" clId="{7C429524-839A-4DDC-9EAA-B9B6CA7C8F65}" dt="2026-07-24T04:50:35.583" v="190" actId="1076"/>
        <pc:sldMkLst>
          <pc:docMk/>
          <pc:sldMk cId="0" sldId="261"/>
        </pc:sldMkLst>
        <pc:spChg chg="add mod">
          <ac:chgData name="Inter Institutional Inclusive  Innovations Center" userId="8f0f2a58-4f3c-47a5-9304-113b24e1e584" providerId="ADAL" clId="{7C429524-839A-4DDC-9EAA-B9B6CA7C8F65}" dt="2026-07-23T09:24:23.028" v="153" actId="1076"/>
          <ac:spMkLst>
            <pc:docMk/>
            <pc:sldMk cId="0" sldId="261"/>
            <ac:spMk id="25" creationId="{BB3A3471-21A6-8A80-8399-32E98C63F186}"/>
          </ac:spMkLst>
        </pc:spChg>
        <pc:picChg chg="add mod">
          <ac:chgData name="Inter Institutional Inclusive  Innovations Center" userId="8f0f2a58-4f3c-47a5-9304-113b24e1e584" providerId="ADAL" clId="{7C429524-839A-4DDC-9EAA-B9B6CA7C8F65}" dt="2026-07-24T04:50:35.583" v="190" actId="1076"/>
          <ac:picMkLst>
            <pc:docMk/>
            <pc:sldMk cId="0" sldId="261"/>
            <ac:picMk id="26" creationId="{1ADA517E-8996-A444-E540-A2F9B8F98D2B}"/>
          </ac:picMkLst>
        </pc:picChg>
        <pc:picChg chg="add del mod">
          <ac:chgData name="Inter Institutional Inclusive  Innovations Center" userId="8f0f2a58-4f3c-47a5-9304-113b24e1e584" providerId="ADAL" clId="{7C429524-839A-4DDC-9EAA-B9B6CA7C8F65}" dt="2026-07-24T04:50:32.232" v="188" actId="478"/>
          <ac:picMkLst>
            <pc:docMk/>
            <pc:sldMk cId="0" sldId="261"/>
            <ac:picMk id="27" creationId="{D9C2C2E0-4D39-89DE-E3C8-3CF1DCD37520}"/>
          </ac:picMkLst>
        </pc:picChg>
        <pc:picChg chg="add del mod">
          <ac:chgData name="Inter Institutional Inclusive  Innovations Center" userId="8f0f2a58-4f3c-47a5-9304-113b24e1e584" providerId="ADAL" clId="{7C429524-839A-4DDC-9EAA-B9B6CA7C8F65}" dt="2026-07-24T04:50:30.421" v="187" actId="478"/>
          <ac:picMkLst>
            <pc:docMk/>
            <pc:sldMk cId="0" sldId="261"/>
            <ac:picMk id="29" creationId="{3BBCC248-868C-340C-0FAD-CA376B1FC8FE}"/>
          </ac:picMkLst>
        </pc:picChg>
      </pc:sldChg>
      <pc:sldChg chg="addSp delSp modSp mod">
        <pc:chgData name="Inter Institutional Inclusive  Innovations Center" userId="8f0f2a58-4f3c-47a5-9304-113b24e1e584" providerId="ADAL" clId="{7C429524-839A-4DDC-9EAA-B9B6CA7C8F65}" dt="2026-07-24T04:50:42.239" v="194" actId="1076"/>
        <pc:sldMkLst>
          <pc:docMk/>
          <pc:sldMk cId="0" sldId="262"/>
        </pc:sldMkLst>
        <pc:spChg chg="add mod">
          <ac:chgData name="Inter Institutional Inclusive  Innovations Center" userId="8f0f2a58-4f3c-47a5-9304-113b24e1e584" providerId="ADAL" clId="{7C429524-839A-4DDC-9EAA-B9B6CA7C8F65}" dt="2026-07-23T09:24:26.189" v="155" actId="1076"/>
          <ac:spMkLst>
            <pc:docMk/>
            <pc:sldMk cId="0" sldId="262"/>
            <ac:spMk id="27" creationId="{850BA2BE-D607-619F-6960-A71277019D3B}"/>
          </ac:spMkLst>
        </pc:spChg>
        <pc:picChg chg="add mod">
          <ac:chgData name="Inter Institutional Inclusive  Innovations Center" userId="8f0f2a58-4f3c-47a5-9304-113b24e1e584" providerId="ADAL" clId="{7C429524-839A-4DDC-9EAA-B9B6CA7C8F65}" dt="2026-07-24T04:50:42.239" v="194" actId="1076"/>
          <ac:picMkLst>
            <pc:docMk/>
            <pc:sldMk cId="0" sldId="262"/>
            <ac:picMk id="28" creationId="{C5D3E59C-FE74-F0BE-9B10-98C8003398BC}"/>
          </ac:picMkLst>
        </pc:picChg>
        <pc:picChg chg="add del mod">
          <ac:chgData name="Inter Institutional Inclusive  Innovations Center" userId="8f0f2a58-4f3c-47a5-9304-113b24e1e584" providerId="ADAL" clId="{7C429524-839A-4DDC-9EAA-B9B6CA7C8F65}" dt="2026-07-24T04:50:39.769" v="192" actId="478"/>
          <ac:picMkLst>
            <pc:docMk/>
            <pc:sldMk cId="0" sldId="262"/>
            <ac:picMk id="29" creationId="{D1CD71D8-80DC-E089-7F84-F870CA829998}"/>
          </ac:picMkLst>
        </pc:picChg>
        <pc:picChg chg="add del mod">
          <ac:chgData name="Inter Institutional Inclusive  Innovations Center" userId="8f0f2a58-4f3c-47a5-9304-113b24e1e584" providerId="ADAL" clId="{7C429524-839A-4DDC-9EAA-B9B6CA7C8F65}" dt="2026-07-24T04:50:37.857" v="191" actId="478"/>
          <ac:picMkLst>
            <pc:docMk/>
            <pc:sldMk cId="0" sldId="262"/>
            <ac:picMk id="31" creationId="{32772FAA-6737-736E-57F5-863D0C30C830}"/>
          </ac:picMkLst>
        </pc:picChg>
      </pc:sldChg>
      <pc:sldChg chg="addSp delSp modSp mod">
        <pc:chgData name="Inter Institutional Inclusive  Innovations Center" userId="8f0f2a58-4f3c-47a5-9304-113b24e1e584" providerId="ADAL" clId="{7C429524-839A-4DDC-9EAA-B9B6CA7C8F65}" dt="2026-07-24T04:51:13.043" v="199" actId="1076"/>
        <pc:sldMkLst>
          <pc:docMk/>
          <pc:sldMk cId="0" sldId="263"/>
        </pc:sldMkLst>
        <pc:spChg chg="add mod">
          <ac:chgData name="Inter Institutional Inclusive  Innovations Center" userId="8f0f2a58-4f3c-47a5-9304-113b24e1e584" providerId="ADAL" clId="{7C429524-839A-4DDC-9EAA-B9B6CA7C8F65}" dt="2026-07-23T09:24:31.594" v="157" actId="1076"/>
          <ac:spMkLst>
            <pc:docMk/>
            <pc:sldMk cId="0" sldId="263"/>
            <ac:spMk id="31" creationId="{10B6379C-1BCE-6784-4600-934501FC5F97}"/>
          </ac:spMkLst>
        </pc:spChg>
        <pc:picChg chg="add mod">
          <ac:chgData name="Inter Institutional Inclusive  Innovations Center" userId="8f0f2a58-4f3c-47a5-9304-113b24e1e584" providerId="ADAL" clId="{7C429524-839A-4DDC-9EAA-B9B6CA7C8F65}" dt="2026-07-24T04:51:13.043" v="199" actId="1076"/>
          <ac:picMkLst>
            <pc:docMk/>
            <pc:sldMk cId="0" sldId="263"/>
            <ac:picMk id="32" creationId="{0D18A824-BCDE-0A33-4245-E3C168F9E6DD}"/>
          </ac:picMkLst>
        </pc:picChg>
        <pc:picChg chg="add del mod">
          <ac:chgData name="Inter Institutional Inclusive  Innovations Center" userId="8f0f2a58-4f3c-47a5-9304-113b24e1e584" providerId="ADAL" clId="{7C429524-839A-4DDC-9EAA-B9B6CA7C8F65}" dt="2026-07-24T04:50:46.281" v="196" actId="478"/>
          <ac:picMkLst>
            <pc:docMk/>
            <pc:sldMk cId="0" sldId="263"/>
            <ac:picMk id="33" creationId="{ADD1E958-165B-D6F5-A64F-04FCD64E2147}"/>
          </ac:picMkLst>
        </pc:picChg>
        <pc:picChg chg="add del mod">
          <ac:chgData name="Inter Institutional Inclusive  Innovations Center" userId="8f0f2a58-4f3c-47a5-9304-113b24e1e584" providerId="ADAL" clId="{7C429524-839A-4DDC-9EAA-B9B6CA7C8F65}" dt="2026-07-24T04:50:44.546" v="195" actId="478"/>
          <ac:picMkLst>
            <pc:docMk/>
            <pc:sldMk cId="0" sldId="263"/>
            <ac:picMk id="35" creationId="{6BADDDF0-0612-EB5D-5A8F-EFB7179CFC49}"/>
          </ac:picMkLst>
        </pc:picChg>
      </pc:sldChg>
      <pc:sldChg chg="addSp delSp modSp mod">
        <pc:chgData name="Inter Institutional Inclusive  Innovations Center" userId="8f0f2a58-4f3c-47a5-9304-113b24e1e584" providerId="ADAL" clId="{7C429524-839A-4DDC-9EAA-B9B6CA7C8F65}" dt="2026-07-24T04:51:28.815" v="207" actId="1076"/>
        <pc:sldMkLst>
          <pc:docMk/>
          <pc:sldMk cId="0" sldId="267"/>
        </pc:sldMkLst>
        <pc:spChg chg="add mod">
          <ac:chgData name="Inter Institutional Inclusive  Innovations Center" userId="8f0f2a58-4f3c-47a5-9304-113b24e1e584" providerId="ADAL" clId="{7C429524-839A-4DDC-9EAA-B9B6CA7C8F65}" dt="2026-07-23T09:24:40.860" v="161" actId="1076"/>
          <ac:spMkLst>
            <pc:docMk/>
            <pc:sldMk cId="0" sldId="267"/>
            <ac:spMk id="32" creationId="{3E27E131-AC1D-E75C-0267-02565ACC1BC3}"/>
          </ac:spMkLst>
        </pc:spChg>
        <pc:picChg chg="add mod">
          <ac:chgData name="Inter Institutional Inclusive  Innovations Center" userId="8f0f2a58-4f3c-47a5-9304-113b24e1e584" providerId="ADAL" clId="{7C429524-839A-4DDC-9EAA-B9B6CA7C8F65}" dt="2026-07-24T04:51:28.815" v="207" actId="1076"/>
          <ac:picMkLst>
            <pc:docMk/>
            <pc:sldMk cId="0" sldId="267"/>
            <ac:picMk id="33" creationId="{1D876DBE-D402-1B41-B952-69F6F5BF98C9}"/>
          </ac:picMkLst>
        </pc:picChg>
        <pc:picChg chg="add del mod">
          <ac:chgData name="Inter Institutional Inclusive  Innovations Center" userId="8f0f2a58-4f3c-47a5-9304-113b24e1e584" providerId="ADAL" clId="{7C429524-839A-4DDC-9EAA-B9B6CA7C8F65}" dt="2026-07-24T04:51:26.339" v="205" actId="478"/>
          <ac:picMkLst>
            <pc:docMk/>
            <pc:sldMk cId="0" sldId="267"/>
            <ac:picMk id="34" creationId="{3207B916-D916-65B2-E15B-7B8E518A4CF1}"/>
          </ac:picMkLst>
        </pc:picChg>
        <pc:picChg chg="add del mod">
          <ac:chgData name="Inter Institutional Inclusive  Innovations Center" userId="8f0f2a58-4f3c-47a5-9304-113b24e1e584" providerId="ADAL" clId="{7C429524-839A-4DDC-9EAA-B9B6CA7C8F65}" dt="2026-07-24T04:51:24.437" v="204" actId="478"/>
          <ac:picMkLst>
            <pc:docMk/>
            <pc:sldMk cId="0" sldId="267"/>
            <ac:picMk id="36" creationId="{73F6D37F-F5F4-6581-D4C3-0D6D2153AEF3}"/>
          </ac:picMkLst>
        </pc:picChg>
      </pc:sldChg>
      <pc:sldChg chg="addSp delSp modSp mod">
        <pc:chgData name="Inter Institutional Inclusive  Innovations Center" userId="8f0f2a58-4f3c-47a5-9304-113b24e1e584" providerId="ADAL" clId="{7C429524-839A-4DDC-9EAA-B9B6CA7C8F65}" dt="2026-07-24T04:51:22.013" v="203" actId="1076"/>
        <pc:sldMkLst>
          <pc:docMk/>
          <pc:sldMk cId="0" sldId="268"/>
        </pc:sldMkLst>
        <pc:spChg chg="add mod">
          <ac:chgData name="Inter Institutional Inclusive  Innovations Center" userId="8f0f2a58-4f3c-47a5-9304-113b24e1e584" providerId="ADAL" clId="{7C429524-839A-4DDC-9EAA-B9B6CA7C8F65}" dt="2026-07-23T09:24:36.582" v="159" actId="1076"/>
          <ac:spMkLst>
            <pc:docMk/>
            <pc:sldMk cId="0" sldId="268"/>
            <ac:spMk id="30" creationId="{89A93441-4E5C-0FCA-6BDD-16AB2E1B711C}"/>
          </ac:spMkLst>
        </pc:spChg>
        <pc:picChg chg="add mod">
          <ac:chgData name="Inter Institutional Inclusive  Innovations Center" userId="8f0f2a58-4f3c-47a5-9304-113b24e1e584" providerId="ADAL" clId="{7C429524-839A-4DDC-9EAA-B9B6CA7C8F65}" dt="2026-07-24T04:51:22.013" v="203" actId="1076"/>
          <ac:picMkLst>
            <pc:docMk/>
            <pc:sldMk cId="0" sldId="268"/>
            <ac:picMk id="31" creationId="{73E0C32B-9271-FA34-86BB-7D95EB5AB342}"/>
          </ac:picMkLst>
        </pc:picChg>
        <pc:picChg chg="add del mod">
          <ac:chgData name="Inter Institutional Inclusive  Innovations Center" userId="8f0f2a58-4f3c-47a5-9304-113b24e1e584" providerId="ADAL" clId="{7C429524-839A-4DDC-9EAA-B9B6CA7C8F65}" dt="2026-07-24T04:51:19.304" v="201" actId="478"/>
          <ac:picMkLst>
            <pc:docMk/>
            <pc:sldMk cId="0" sldId="268"/>
            <ac:picMk id="32" creationId="{10A4E146-7FDB-FFE9-9526-3614562D8544}"/>
          </ac:picMkLst>
        </pc:picChg>
        <pc:picChg chg="add del mod">
          <ac:chgData name="Inter Institutional Inclusive  Innovations Center" userId="8f0f2a58-4f3c-47a5-9304-113b24e1e584" providerId="ADAL" clId="{7C429524-839A-4DDC-9EAA-B9B6CA7C8F65}" dt="2026-07-24T04:51:17.385" v="200" actId="478"/>
          <ac:picMkLst>
            <pc:docMk/>
            <pc:sldMk cId="0" sldId="268"/>
            <ac:picMk id="34" creationId="{616214A5-37D4-FB21-7202-26AFB342A299}"/>
          </ac:picMkLst>
        </pc:picChg>
      </pc:sldChg>
      <pc:sldMasterChg chg="modSldLayout">
        <pc:chgData name="Inter Institutional Inclusive  Innovations Center" userId="8f0f2a58-4f3c-47a5-9304-113b24e1e584" providerId="ADAL" clId="{7C429524-839A-4DDC-9EAA-B9B6CA7C8F65}" dt="2026-07-23T09:22:53.132" v="135" actId="1076"/>
        <pc:sldMasterMkLst>
          <pc:docMk/>
          <pc:sldMasterMk cId="0" sldId="2147483648"/>
        </pc:sldMasterMkLst>
        <pc:sldLayoutChg chg="addSp delSp modSp mod">
          <pc:chgData name="Inter Institutional Inclusive  Innovations Center" userId="8f0f2a58-4f3c-47a5-9304-113b24e1e584" providerId="ADAL" clId="{7C429524-839A-4DDC-9EAA-B9B6CA7C8F65}" dt="2026-07-23T09:22:53.132" v="135" actId="1076"/>
          <pc:sldLayoutMkLst>
            <pc:docMk/>
            <pc:sldMasterMk cId="0" sldId="2147483648"/>
            <pc:sldLayoutMk cId="0" sldId="2147483649"/>
          </pc:sldLayoutMkLst>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3" creationId="{670500D5-0C61-D368-3EA8-B0D70E762677}"/>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7" creationId="{8554604A-67D5-8651-A136-D9C527FB2A31}"/>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9" creationId="{29E90E54-6D65-ECF5-20F4-778E23505930}"/>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1" creationId="{070086D7-78C3-0DC3-34DD-D68141DA9548}"/>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3" creationId="{A2E77B92-8008-BEFB-D609-FA2E3D4355C6}"/>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5" creationId="{BDA6C487-A013-0BDD-3256-B049C59B305E}"/>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17" creationId="{86CA69B4-C6E5-E2E4-A86B-E8053E9874F3}"/>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3" creationId="{4C7FD9C6-DB86-B335-81D3-D5591274E047}"/>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5" creationId="{9C2348A3-50E7-9624-EAF4-9ACFD3ABE581}"/>
            </ac:spMkLst>
          </pc:spChg>
          <pc:spChg chg="add del">
            <ac:chgData name="Inter Institutional Inclusive  Innovations Center" userId="8f0f2a58-4f3c-47a5-9304-113b24e1e584" providerId="ADAL" clId="{7C429524-839A-4DDC-9EAA-B9B6CA7C8F65}" dt="2026-07-23T09:22:24.046" v="126" actId="22"/>
            <ac:spMkLst>
              <pc:docMk/>
              <pc:sldMasterMk cId="0" sldId="2147483648"/>
              <pc:sldLayoutMk cId="0" sldId="2147483649"/>
              <ac:spMk id="27" creationId="{F81BDED9-60D5-649E-4AB6-5A7B541D9AA0}"/>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31" creationId="{2BD26DD0-A441-CDA1-C7C4-500C0B482AE4}"/>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47" creationId="{A5833BA1-7E68-EA56-E2F4-8F8311ABF752}"/>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49" creationId="{B9BD3167-D5BD-8B40-4555-84C7BD065A5E}"/>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57" creationId="{5061D844-37EB-548D-B973-C8018E42C215}"/>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65" creationId="{FDE11816-BE8D-2EA8-403C-EDD897CC8886}"/>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77" creationId="{3779CD17-0018-CC60-6D0F-0933639C8E8F}"/>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79" creationId="{C8A72EB2-0C41-D852-59DA-E4EA48C4DC76}"/>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83" creationId="{6C9218A1-D90A-BA12-EF63-1B92669F6E38}"/>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85" creationId="{449C0B3C-3475-D922-9A12-C029E001B10F}"/>
            </ac:spMkLst>
          </pc:spChg>
          <pc:spChg chg="add 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3" creationId="{08A80940-BD2D-E549-ED9D-34BC817068A3}"/>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5" creationId="{FECC3D97-6F4A-BC31-16FB-164D35CAFD27}"/>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99" creationId="{C6F62233-28CA-F7F7-27B0-76ED806DEE15}"/>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13" creationId="{3329D229-D178-066B-8117-18D8EC7F3373}"/>
            </ac:spMkLst>
          </pc:spChg>
          <pc:spChg chg="del">
            <ac:chgData name="Inter Institutional Inclusive  Innovations Center" userId="8f0f2a58-4f3c-47a5-9304-113b24e1e584" providerId="ADAL" clId="{7C429524-839A-4DDC-9EAA-B9B6CA7C8F65}" dt="2026-07-23T09:22:45.663" v="133" actId="478"/>
            <ac:spMkLst>
              <pc:docMk/>
              <pc:sldMasterMk cId="0" sldId="2147483648"/>
              <pc:sldLayoutMk cId="0" sldId="2147483649"/>
              <ac:spMk id="127" creationId="{F0D528F7-9BB6-65AC-0918-282E384814E2}"/>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41" creationId="{EB893E23-FB1A-0D77-F65C-392B3A91CBBC}"/>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43" creationId="{A26E93F0-C6F6-73C1-E4FF-8B898B8250A6}"/>
            </ac:spMkLst>
          </pc:spChg>
          <pc:spChg chg="add">
            <ac:chgData name="Inter Institutional Inclusive  Innovations Center" userId="8f0f2a58-4f3c-47a5-9304-113b24e1e584" providerId="ADAL" clId="{7C429524-839A-4DDC-9EAA-B9B6CA7C8F65}" dt="2026-07-23T09:22:33.554" v="128" actId="22"/>
            <ac:spMkLst>
              <pc:docMk/>
              <pc:sldMasterMk cId="0" sldId="2147483648"/>
              <pc:sldLayoutMk cId="0" sldId="2147483649"/>
              <ac:spMk id="153" creationId="{07D1DC4B-8695-07D8-8056-6A8BA7F332F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87" creationId="{FCA5CCE8-8E73-82EE-CB6B-ADB25409BFB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91" creationId="{500422FC-A5C6-6331-8965-69B3A3D859E7}"/>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193" creationId="{85DE142B-F8AA-47A6-E761-6329FF37BFB6}"/>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03" creationId="{5871EDFA-DBCB-D39E-C0AB-2C0B81A53820}"/>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13" creationId="{CBE53BBA-B6A7-D74B-87C7-2C5D8EEAA454}"/>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31" creationId="{E6A3F812-3BF4-9336-E57D-860E6A54F38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45" creationId="{68E228AD-385E-7895-2F11-2E8E1A4C2091}"/>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53" creationId="{B226F5B6-1373-9263-48EC-924CF9FC8688}"/>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69" creationId="{8C9230A6-A4D4-2C36-7EB2-ADA9A45F2699}"/>
            </ac:spMkLst>
          </pc:spChg>
          <pc:spChg chg="add del">
            <ac:chgData name="Inter Institutional Inclusive  Innovations Center" userId="8f0f2a58-4f3c-47a5-9304-113b24e1e584" providerId="ADAL" clId="{7C429524-839A-4DDC-9EAA-B9B6CA7C8F65}" dt="2026-07-23T09:22:37.702" v="130" actId="22"/>
            <ac:spMkLst>
              <pc:docMk/>
              <pc:sldMasterMk cId="0" sldId="2147483648"/>
              <pc:sldLayoutMk cId="0" sldId="2147483649"/>
              <ac:spMk id="279" creationId="{4F0EF51C-A9EC-FDE9-5978-4FD26B7D03A8}"/>
            </ac:spMkLst>
          </pc:spChg>
          <pc:picChg chg="mod">
            <ac:chgData name="Inter Institutional Inclusive  Innovations Center" userId="8f0f2a58-4f3c-47a5-9304-113b24e1e584" providerId="ADAL" clId="{7C429524-839A-4DDC-9EAA-B9B6CA7C8F65}" dt="2026-07-23T09:22:39.795" v="132" actId="1076"/>
            <ac:picMkLst>
              <pc:docMk/>
              <pc:sldMasterMk cId="0" sldId="2147483648"/>
              <pc:sldLayoutMk cId="0" sldId="2147483649"/>
              <ac:picMk id="33" creationId="{9C02DD19-DD7E-1634-0056-B0B673F6409D}"/>
            </ac:picMkLst>
          </pc:picChg>
          <pc:picChg chg="add mod">
            <ac:chgData name="Inter Institutional Inclusive  Innovations Center" userId="8f0f2a58-4f3c-47a5-9304-113b24e1e584" providerId="ADAL" clId="{7C429524-839A-4DDC-9EAA-B9B6CA7C8F65}" dt="2026-07-23T09:22:53.132" v="135" actId="1076"/>
            <ac:picMkLst>
              <pc:docMk/>
              <pc:sldMasterMk cId="0" sldId="2147483648"/>
              <pc:sldLayoutMk cId="0" sldId="2147483649"/>
              <ac:picMk id="282" creationId="{BD66A30C-A2DE-61B6-8B7B-4CF622680E59}"/>
            </ac:picMkLst>
          </pc:picChg>
        </pc:sldLayoutChg>
      </pc:sldMasterChg>
      <pc:sldMasterChg chg="new del mod addSldLayout delSldLayout">
        <pc:chgData name="Inter Institutional Inclusive  Innovations Center" userId="8f0f2a58-4f3c-47a5-9304-113b24e1e584" providerId="ADAL" clId="{7C429524-839A-4DDC-9EAA-B9B6CA7C8F65}" dt="2026-07-23T09:23:04.733" v="137" actId="6938"/>
        <pc:sldMasterMkLst>
          <pc:docMk/>
          <pc:sldMasterMk cId="1023542986" sldId="2147483650"/>
        </pc:sldMasterMkLst>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72539884" sldId="2147483651"/>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481455685" sldId="2147483652"/>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921258258" sldId="2147483653"/>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884839122" sldId="2147483654"/>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399709954" sldId="2147483655"/>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808508738" sldId="2147483656"/>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108363411" sldId="2147483657"/>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535369900" sldId="2147483658"/>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624862031" sldId="2147483659"/>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3822323631" sldId="2147483660"/>
          </pc:sldLayoutMkLst>
        </pc:sldLayoutChg>
        <pc:sldLayoutChg chg="new del replId">
          <pc:chgData name="Inter Institutional Inclusive  Innovations Center" userId="8f0f2a58-4f3c-47a5-9304-113b24e1e584" providerId="ADAL" clId="{7C429524-839A-4DDC-9EAA-B9B6CA7C8F65}" dt="2026-07-23T09:23:04.733" v="137" actId="6938"/>
          <pc:sldLayoutMkLst>
            <pc:docMk/>
            <pc:sldMasterMk cId="1023542986" sldId="2147483650"/>
            <pc:sldLayoutMk cId="1931480772" sldId="2147483661"/>
          </pc:sldLayoutMkLst>
        </pc:sldLayoutChg>
      </pc:sldMasterChg>
      <pc:sldMasterChg chg="new del mod addSldLayout delSldLayout">
        <pc:chgData name="Inter Institutional Inclusive  Innovations Center" userId="8f0f2a58-4f3c-47a5-9304-113b24e1e584" providerId="ADAL" clId="{7C429524-839A-4DDC-9EAA-B9B6CA7C8F65}" dt="2026-07-23T09:23:08.103" v="139" actId="6938"/>
        <pc:sldMasterMkLst>
          <pc:docMk/>
          <pc:sldMasterMk cId="1372952111" sldId="2147483650"/>
        </pc:sldMasterMkLst>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105982335" sldId="2147483651"/>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800850885" sldId="2147483652"/>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877606852" sldId="2147483653"/>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208342861" sldId="2147483654"/>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396227509" sldId="2147483655"/>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1380754746" sldId="2147483656"/>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973874357" sldId="2147483657"/>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3685638390" sldId="2147483658"/>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165239747" sldId="2147483659"/>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582729751" sldId="2147483660"/>
          </pc:sldLayoutMkLst>
        </pc:sldLayoutChg>
        <pc:sldLayoutChg chg="new del replId">
          <pc:chgData name="Inter Institutional Inclusive  Innovations Center" userId="8f0f2a58-4f3c-47a5-9304-113b24e1e584" providerId="ADAL" clId="{7C429524-839A-4DDC-9EAA-B9B6CA7C8F65}" dt="2026-07-23T09:23:08.103" v="139" actId="6938"/>
          <pc:sldLayoutMkLst>
            <pc:docMk/>
            <pc:sldMasterMk cId="1372952111" sldId="2147483650"/>
            <pc:sldLayoutMk cId="2622961263"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29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31" name="Shape 0">
            <a:extLst>
              <a:ext uri="{FF2B5EF4-FFF2-40B4-BE49-F238E27FC236}">
                <a16:creationId xmlns:a16="http://schemas.microsoft.com/office/drawing/2014/main" id="{2BD26DD0-A441-CDA1-C7C4-500C0B482AE4}"/>
              </a:ext>
            </a:extLst>
          </p:cNvPr>
          <p:cNvSpPr/>
          <p:nvPr userDrawn="1"/>
        </p:nvSpPr>
        <p:spPr>
          <a:xfrm>
            <a:off x="0" y="0"/>
            <a:ext cx="12191695" cy="6858000"/>
          </a:xfrm>
          <a:prstGeom prst="rect">
            <a:avLst/>
          </a:prstGeom>
          <a:solidFill>
            <a:srgbClr val="000036"/>
          </a:solidFill>
          <a:ln/>
        </p:spPr>
        <p:txBody>
          <a:bodyPr/>
          <a:lstStyle/>
          <a:p>
            <a:endParaRPr lang="en-IN"/>
          </a:p>
        </p:txBody>
      </p:sp>
      <p:pic>
        <p:nvPicPr>
          <p:cNvPr id="33" name="Image 0" descr="preencoded.png">
            <a:extLst>
              <a:ext uri="{FF2B5EF4-FFF2-40B4-BE49-F238E27FC236}">
                <a16:creationId xmlns:a16="http://schemas.microsoft.com/office/drawing/2014/main" id="{9C02DD19-DD7E-1634-0056-B0B673F6409D}"/>
              </a:ext>
            </a:extLst>
          </p:cNvPr>
          <p:cNvPicPr>
            <a:picLocks noChangeAspect="1"/>
          </p:cNvPicPr>
          <p:nvPr userDrawn="1"/>
        </p:nvPicPr>
        <p:blipFill>
          <a:blip r:embed="rId2">
            <a:alphaModFix amt="15000"/>
          </a:blip>
          <a:srcRect l="12327" r="12327"/>
          <a:stretch/>
        </p:blipFill>
        <p:spPr>
          <a:xfrm>
            <a:off x="0" y="0"/>
            <a:ext cx="12191695" cy="6858000"/>
          </a:xfrm>
          <a:prstGeom prst="rect">
            <a:avLst/>
          </a:prstGeom>
        </p:spPr>
      </p:pic>
      <p:sp>
        <p:nvSpPr>
          <p:cNvPr id="35" name="Shape 1">
            <a:extLst>
              <a:ext uri="{FF2B5EF4-FFF2-40B4-BE49-F238E27FC236}">
                <a16:creationId xmlns:a16="http://schemas.microsoft.com/office/drawing/2014/main" id="{2896CD82-D6A3-3A0B-5BEE-489BF15E90F1}"/>
              </a:ext>
            </a:extLst>
          </p:cNvPr>
          <p:cNvSpPr/>
          <p:nvPr userDrawn="1"/>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7" name="Image 2" descr="preencoded.png">
            <a:extLst>
              <a:ext uri="{FF2B5EF4-FFF2-40B4-BE49-F238E27FC236}">
                <a16:creationId xmlns:a16="http://schemas.microsoft.com/office/drawing/2014/main" id="{FE4B1F73-561B-DEF0-4566-CD6294947263}"/>
              </a:ext>
            </a:extLst>
          </p:cNvPr>
          <p:cNvPicPr>
            <a:picLocks noChangeAspect="1"/>
          </p:cNvPicPr>
          <p:nvPr userDrawn="1"/>
        </p:nvPicPr>
        <p:blipFill>
          <a:blip r:embed="rId3"/>
          <a:srcRect/>
          <a:stretch/>
        </p:blipFill>
        <p:spPr>
          <a:xfrm>
            <a:off x="10858500" y="381305"/>
            <a:ext cx="476402" cy="476402"/>
          </a:xfrm>
          <a:prstGeom prst="rect">
            <a:avLst/>
          </a:prstGeom>
        </p:spPr>
      </p:pic>
      <p:pic>
        <p:nvPicPr>
          <p:cNvPr id="282" name="Picture 281">
            <a:extLst>
              <a:ext uri="{FF2B5EF4-FFF2-40B4-BE49-F238E27FC236}">
                <a16:creationId xmlns:a16="http://schemas.microsoft.com/office/drawing/2014/main" id="{BD66A30C-A2DE-61B6-8B7B-4CF622680E59}"/>
              </a:ext>
            </a:extLst>
          </p:cNvPr>
          <p:cNvPicPr>
            <a:picLocks noChangeAspect="1"/>
          </p:cNvPicPr>
          <p:nvPr userDrawn="1"/>
        </p:nvPicPr>
        <p:blipFill>
          <a:blip r:embed="rId4"/>
          <a:stretch>
            <a:fillRect/>
          </a:stretch>
        </p:blipFill>
        <p:spPr>
          <a:xfrm>
            <a:off x="758356" y="381305"/>
            <a:ext cx="5745480" cy="4673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12.png"/><Relationship Id="rId1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12.png"/><Relationship Id="rId1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5000"/>
          </a:blip>
          <a:srcRect l="12327" r="12327"/>
          <a:stretch/>
        </p:blipFill>
        <p:spPr>
          <a:xfrm>
            <a:off x="0" y="0"/>
            <a:ext cx="12191695" cy="6858000"/>
          </a:xfrm>
          <a:prstGeom prst="rect">
            <a:avLst/>
          </a:prstGeom>
        </p:spPr>
      </p:pic>
      <p:sp>
        <p:nvSpPr>
          <p:cNvPr id="7" name="Shape 2"/>
          <p:cNvSpPr/>
          <p:nvPr/>
        </p:nvSpPr>
        <p:spPr>
          <a:xfrm>
            <a:off x="571500" y="1143000"/>
            <a:ext cx="47549" cy="276149"/>
          </a:xfrm>
          <a:prstGeom prst="rect">
            <a:avLst/>
          </a:prstGeom>
          <a:solidFill>
            <a:srgbClr val="88E555"/>
          </a:solidFill>
          <a:ln/>
        </p:spPr>
        <p:txBody>
          <a:bodyPr/>
          <a:lstStyle/>
          <a:p>
            <a:endParaRPr lang="en-IN"/>
          </a:p>
        </p:txBody>
      </p:sp>
      <p:sp>
        <p:nvSpPr>
          <p:cNvPr id="8" name="Shape 3"/>
          <p:cNvSpPr/>
          <p:nvPr/>
        </p:nvSpPr>
        <p:spPr>
          <a:xfrm>
            <a:off x="9182405" y="1170432"/>
            <a:ext cx="2438705" cy="362102"/>
          </a:xfrm>
          <a:prstGeom prst="roundRect">
            <a:avLst>
              <a:gd name="adj" fmla="val 26582"/>
            </a:avLst>
          </a:prstGeom>
          <a:solidFill>
            <a:srgbClr val="FFFFFF">
              <a:alpha val="10000"/>
            </a:srgbClr>
          </a:solidFill>
          <a:ln w="12700">
            <a:solidFill>
              <a:srgbClr val="34D399"/>
            </a:solidFill>
            <a:prstDash val="solid"/>
          </a:ln>
        </p:spPr>
        <p:txBody>
          <a:bodyPr/>
          <a:lstStyle/>
          <a:p>
            <a:endParaRPr lang="en-IN"/>
          </a:p>
        </p:txBody>
      </p:sp>
      <p:sp>
        <p:nvSpPr>
          <p:cNvPr id="9" name="Shape 4"/>
          <p:cNvSpPr/>
          <p:nvPr/>
        </p:nvSpPr>
        <p:spPr>
          <a:xfrm>
            <a:off x="571500" y="1712671"/>
            <a:ext cx="11048695" cy="2171700"/>
          </a:xfrm>
          <a:prstGeom prst="roundRect">
            <a:avLst>
              <a:gd name="adj" fmla="val 2216"/>
            </a:avLst>
          </a:prstGeom>
          <a:solidFill>
            <a:srgbClr val="273383">
              <a:alpha val="30000"/>
            </a:srgbClr>
          </a:solidFill>
          <a:ln w="12700">
            <a:solidFill>
              <a:srgbClr val="88E555">
                <a:alpha val="20000"/>
              </a:srgbClr>
            </a:solidFill>
            <a:prstDash val="solid"/>
          </a:ln>
          <a:effectLst>
            <a:outerShdw blurRad="190500" dist="101600" dir="5400000" algn="bl" rotWithShape="0">
              <a:srgbClr val="000000">
                <a:alpha val="20000"/>
              </a:srgbClr>
            </a:outerShdw>
          </a:effectLst>
        </p:spPr>
        <p:txBody>
          <a:bodyPr/>
          <a:lstStyle/>
          <a:p>
            <a:endParaRPr lang="en-IN"/>
          </a:p>
        </p:txBody>
      </p:sp>
      <p:sp>
        <p:nvSpPr>
          <p:cNvPr id="10" name="Shape 5"/>
          <p:cNvSpPr/>
          <p:nvPr/>
        </p:nvSpPr>
        <p:spPr>
          <a:xfrm>
            <a:off x="580644" y="1721815"/>
            <a:ext cx="1104595" cy="437998"/>
          </a:xfrm>
          <a:prstGeom prst="rect">
            <a:avLst/>
          </a:prstGeom>
          <a:solidFill>
            <a:srgbClr val="273383"/>
          </a:solidFill>
          <a:ln/>
        </p:spPr>
        <p:txBody>
          <a:bodyPr/>
          <a:lstStyle/>
          <a:p>
            <a:endParaRPr lang="en-IN"/>
          </a:p>
        </p:txBody>
      </p:sp>
      <p:sp>
        <p:nvSpPr>
          <p:cNvPr id="11" name="Shape 6"/>
          <p:cNvSpPr/>
          <p:nvPr/>
        </p:nvSpPr>
        <p:spPr>
          <a:xfrm>
            <a:off x="1684325" y="1721815"/>
            <a:ext cx="2210105" cy="437998"/>
          </a:xfrm>
          <a:prstGeom prst="rect">
            <a:avLst/>
          </a:prstGeom>
          <a:solidFill>
            <a:srgbClr val="273383"/>
          </a:solidFill>
          <a:ln/>
        </p:spPr>
        <p:txBody>
          <a:bodyPr/>
          <a:lstStyle/>
          <a:p>
            <a:endParaRPr lang="en-IN"/>
          </a:p>
        </p:txBody>
      </p:sp>
      <p:sp>
        <p:nvSpPr>
          <p:cNvPr id="12" name="Shape 7"/>
          <p:cNvSpPr/>
          <p:nvPr/>
        </p:nvSpPr>
        <p:spPr>
          <a:xfrm>
            <a:off x="3889858" y="1721815"/>
            <a:ext cx="4419295" cy="437998"/>
          </a:xfrm>
          <a:prstGeom prst="rect">
            <a:avLst/>
          </a:prstGeom>
          <a:solidFill>
            <a:srgbClr val="273383"/>
          </a:solidFill>
          <a:ln/>
        </p:spPr>
        <p:txBody>
          <a:bodyPr/>
          <a:lstStyle/>
          <a:p>
            <a:endParaRPr lang="en-IN"/>
          </a:p>
        </p:txBody>
      </p:sp>
      <p:sp>
        <p:nvSpPr>
          <p:cNvPr id="13" name="Shape 8"/>
          <p:cNvSpPr/>
          <p:nvPr/>
        </p:nvSpPr>
        <p:spPr>
          <a:xfrm>
            <a:off x="8301838" y="1721815"/>
            <a:ext cx="3314700" cy="437998"/>
          </a:xfrm>
          <a:prstGeom prst="rect">
            <a:avLst/>
          </a:prstGeom>
          <a:solidFill>
            <a:srgbClr val="273383"/>
          </a:solidFill>
          <a:ln/>
        </p:spPr>
        <p:txBody>
          <a:bodyPr/>
          <a:lstStyle/>
          <a:p>
            <a:endParaRPr lang="en-IN"/>
          </a:p>
        </p:txBody>
      </p:sp>
      <p:sp>
        <p:nvSpPr>
          <p:cNvPr id="14" name="Shape 9"/>
          <p:cNvSpPr/>
          <p:nvPr/>
        </p:nvSpPr>
        <p:spPr>
          <a:xfrm>
            <a:off x="580644" y="2604211"/>
            <a:ext cx="1104595" cy="9144"/>
          </a:xfrm>
          <a:prstGeom prst="rect">
            <a:avLst/>
          </a:prstGeom>
          <a:solidFill>
            <a:srgbClr val="FFFFFF">
              <a:alpha val="10000"/>
            </a:srgbClr>
          </a:solidFill>
          <a:ln/>
        </p:spPr>
        <p:txBody>
          <a:bodyPr/>
          <a:lstStyle/>
          <a:p>
            <a:endParaRPr lang="en-IN"/>
          </a:p>
        </p:txBody>
      </p:sp>
      <p:sp>
        <p:nvSpPr>
          <p:cNvPr id="15" name="Shape 10"/>
          <p:cNvSpPr/>
          <p:nvPr/>
        </p:nvSpPr>
        <p:spPr>
          <a:xfrm>
            <a:off x="1684325" y="2604211"/>
            <a:ext cx="2210105" cy="9144"/>
          </a:xfrm>
          <a:prstGeom prst="rect">
            <a:avLst/>
          </a:prstGeom>
          <a:solidFill>
            <a:srgbClr val="FFFFFF">
              <a:alpha val="10000"/>
            </a:srgbClr>
          </a:solidFill>
          <a:ln/>
        </p:spPr>
        <p:txBody>
          <a:bodyPr/>
          <a:lstStyle/>
          <a:p>
            <a:endParaRPr lang="en-IN"/>
          </a:p>
        </p:txBody>
      </p:sp>
      <p:sp>
        <p:nvSpPr>
          <p:cNvPr id="16" name="Shape 11"/>
          <p:cNvSpPr/>
          <p:nvPr/>
        </p:nvSpPr>
        <p:spPr>
          <a:xfrm>
            <a:off x="3889858" y="2604211"/>
            <a:ext cx="4419295" cy="9144"/>
          </a:xfrm>
          <a:prstGeom prst="rect">
            <a:avLst/>
          </a:prstGeom>
          <a:solidFill>
            <a:srgbClr val="FFFFFF">
              <a:alpha val="10000"/>
            </a:srgbClr>
          </a:solidFill>
          <a:ln/>
        </p:spPr>
        <p:txBody>
          <a:bodyPr/>
          <a:lstStyle/>
          <a:p>
            <a:endParaRPr lang="en-IN"/>
          </a:p>
        </p:txBody>
      </p:sp>
      <p:sp>
        <p:nvSpPr>
          <p:cNvPr id="17" name="Shape 12"/>
          <p:cNvSpPr/>
          <p:nvPr/>
        </p:nvSpPr>
        <p:spPr>
          <a:xfrm>
            <a:off x="8301838" y="2604211"/>
            <a:ext cx="3314700" cy="9144"/>
          </a:xfrm>
          <a:prstGeom prst="rect">
            <a:avLst/>
          </a:prstGeom>
          <a:solidFill>
            <a:srgbClr val="FFFFFF">
              <a:alpha val="10000"/>
            </a:srgbClr>
          </a:solidFill>
          <a:ln/>
        </p:spPr>
        <p:txBody>
          <a:bodyPr/>
          <a:lstStyle/>
          <a:p>
            <a:endParaRPr lang="en-IN"/>
          </a:p>
        </p:txBody>
      </p:sp>
      <p:sp>
        <p:nvSpPr>
          <p:cNvPr id="18" name="Shape 13"/>
          <p:cNvSpPr/>
          <p:nvPr/>
        </p:nvSpPr>
        <p:spPr>
          <a:xfrm>
            <a:off x="580644" y="2606954"/>
            <a:ext cx="11030407" cy="457200"/>
          </a:xfrm>
          <a:prstGeom prst="rect">
            <a:avLst/>
          </a:prstGeom>
          <a:solidFill>
            <a:srgbClr val="FFFFFF">
              <a:alpha val="3000"/>
            </a:srgbClr>
          </a:solidFill>
          <a:ln/>
        </p:spPr>
        <p:txBody>
          <a:bodyPr/>
          <a:lstStyle/>
          <a:p>
            <a:endParaRPr lang="en-IN"/>
          </a:p>
        </p:txBody>
      </p:sp>
      <p:sp>
        <p:nvSpPr>
          <p:cNvPr id="19" name="Shape 14"/>
          <p:cNvSpPr/>
          <p:nvPr/>
        </p:nvSpPr>
        <p:spPr>
          <a:xfrm>
            <a:off x="580644" y="3055010"/>
            <a:ext cx="1104595" cy="9144"/>
          </a:xfrm>
          <a:prstGeom prst="rect">
            <a:avLst/>
          </a:prstGeom>
          <a:solidFill>
            <a:srgbClr val="FFFFFF">
              <a:alpha val="10000"/>
            </a:srgbClr>
          </a:solidFill>
          <a:ln/>
        </p:spPr>
        <p:txBody>
          <a:bodyPr/>
          <a:lstStyle/>
          <a:p>
            <a:endParaRPr lang="en-IN"/>
          </a:p>
        </p:txBody>
      </p:sp>
      <p:sp>
        <p:nvSpPr>
          <p:cNvPr id="20" name="Shape 15"/>
          <p:cNvSpPr/>
          <p:nvPr/>
        </p:nvSpPr>
        <p:spPr>
          <a:xfrm>
            <a:off x="1684325" y="3055010"/>
            <a:ext cx="2210105" cy="9144"/>
          </a:xfrm>
          <a:prstGeom prst="rect">
            <a:avLst/>
          </a:prstGeom>
          <a:solidFill>
            <a:srgbClr val="FFFFFF">
              <a:alpha val="10000"/>
            </a:srgbClr>
          </a:solidFill>
          <a:ln/>
        </p:spPr>
        <p:txBody>
          <a:bodyPr/>
          <a:lstStyle/>
          <a:p>
            <a:endParaRPr lang="en-IN"/>
          </a:p>
        </p:txBody>
      </p:sp>
      <p:sp>
        <p:nvSpPr>
          <p:cNvPr id="21" name="Shape 16"/>
          <p:cNvSpPr/>
          <p:nvPr/>
        </p:nvSpPr>
        <p:spPr>
          <a:xfrm>
            <a:off x="3889858" y="3055010"/>
            <a:ext cx="4419295" cy="9144"/>
          </a:xfrm>
          <a:prstGeom prst="rect">
            <a:avLst/>
          </a:prstGeom>
          <a:solidFill>
            <a:srgbClr val="FFFFFF">
              <a:alpha val="10000"/>
            </a:srgbClr>
          </a:solidFill>
          <a:ln/>
        </p:spPr>
        <p:txBody>
          <a:bodyPr/>
          <a:lstStyle/>
          <a:p>
            <a:endParaRPr lang="en-IN"/>
          </a:p>
        </p:txBody>
      </p:sp>
      <p:sp>
        <p:nvSpPr>
          <p:cNvPr id="22" name="Shape 17"/>
          <p:cNvSpPr/>
          <p:nvPr/>
        </p:nvSpPr>
        <p:spPr>
          <a:xfrm>
            <a:off x="8301838" y="3055010"/>
            <a:ext cx="3314700" cy="9144"/>
          </a:xfrm>
          <a:prstGeom prst="rect">
            <a:avLst/>
          </a:prstGeom>
          <a:solidFill>
            <a:srgbClr val="FFFFFF">
              <a:alpha val="10000"/>
            </a:srgbClr>
          </a:solidFill>
          <a:ln/>
        </p:spPr>
        <p:txBody>
          <a:bodyPr/>
          <a:lstStyle/>
          <a:p>
            <a:endParaRPr lang="en-IN"/>
          </a:p>
        </p:txBody>
      </p:sp>
      <p:sp>
        <p:nvSpPr>
          <p:cNvPr id="23" name="Shape 18"/>
          <p:cNvSpPr/>
          <p:nvPr/>
        </p:nvSpPr>
        <p:spPr>
          <a:xfrm>
            <a:off x="580644" y="3510382"/>
            <a:ext cx="1104595" cy="9144"/>
          </a:xfrm>
          <a:prstGeom prst="rect">
            <a:avLst/>
          </a:prstGeom>
          <a:solidFill>
            <a:srgbClr val="FFFFFF">
              <a:alpha val="10000"/>
            </a:srgbClr>
          </a:solidFill>
          <a:ln/>
        </p:spPr>
        <p:txBody>
          <a:bodyPr/>
          <a:lstStyle/>
          <a:p>
            <a:endParaRPr lang="en-IN"/>
          </a:p>
        </p:txBody>
      </p:sp>
      <p:sp>
        <p:nvSpPr>
          <p:cNvPr id="24" name="Shape 19"/>
          <p:cNvSpPr/>
          <p:nvPr/>
        </p:nvSpPr>
        <p:spPr>
          <a:xfrm>
            <a:off x="1684325" y="3510382"/>
            <a:ext cx="2210105" cy="9144"/>
          </a:xfrm>
          <a:prstGeom prst="rect">
            <a:avLst/>
          </a:prstGeom>
          <a:solidFill>
            <a:srgbClr val="FFFFFF">
              <a:alpha val="10000"/>
            </a:srgbClr>
          </a:solidFill>
          <a:ln/>
        </p:spPr>
        <p:txBody>
          <a:bodyPr/>
          <a:lstStyle/>
          <a:p>
            <a:endParaRPr lang="en-IN"/>
          </a:p>
        </p:txBody>
      </p:sp>
      <p:sp>
        <p:nvSpPr>
          <p:cNvPr id="25" name="Shape 20"/>
          <p:cNvSpPr/>
          <p:nvPr/>
        </p:nvSpPr>
        <p:spPr>
          <a:xfrm>
            <a:off x="3889858" y="3510382"/>
            <a:ext cx="4419295" cy="9144"/>
          </a:xfrm>
          <a:prstGeom prst="rect">
            <a:avLst/>
          </a:prstGeom>
          <a:solidFill>
            <a:srgbClr val="FFFFFF">
              <a:alpha val="10000"/>
            </a:srgbClr>
          </a:solidFill>
          <a:ln/>
        </p:spPr>
        <p:txBody>
          <a:bodyPr/>
          <a:lstStyle/>
          <a:p>
            <a:endParaRPr lang="en-IN"/>
          </a:p>
        </p:txBody>
      </p:sp>
      <p:sp>
        <p:nvSpPr>
          <p:cNvPr id="26" name="Shape 21"/>
          <p:cNvSpPr/>
          <p:nvPr/>
        </p:nvSpPr>
        <p:spPr>
          <a:xfrm>
            <a:off x="8301838" y="3510382"/>
            <a:ext cx="3314700" cy="9144"/>
          </a:xfrm>
          <a:prstGeom prst="rect">
            <a:avLst/>
          </a:prstGeom>
          <a:solidFill>
            <a:srgbClr val="FFFFFF">
              <a:alpha val="10000"/>
            </a:srgbClr>
          </a:solidFill>
          <a:ln/>
        </p:spPr>
        <p:txBody>
          <a:bodyPr/>
          <a:lstStyle/>
          <a:p>
            <a:endParaRPr lang="en-IN"/>
          </a:p>
        </p:txBody>
      </p:sp>
      <p:sp>
        <p:nvSpPr>
          <p:cNvPr id="27" name="Shape 22"/>
          <p:cNvSpPr/>
          <p:nvPr/>
        </p:nvSpPr>
        <p:spPr>
          <a:xfrm>
            <a:off x="580644" y="3517697"/>
            <a:ext cx="11030407" cy="457200"/>
          </a:xfrm>
          <a:prstGeom prst="rect">
            <a:avLst/>
          </a:prstGeom>
          <a:solidFill>
            <a:srgbClr val="FFFFFF">
              <a:alpha val="3000"/>
            </a:srgbClr>
          </a:solidFill>
          <a:ln/>
        </p:spPr>
        <p:txBody>
          <a:bodyPr/>
          <a:lstStyle/>
          <a:p>
            <a:endParaRPr lang="en-IN"/>
          </a:p>
        </p:txBody>
      </p:sp>
      <p:pic>
        <p:nvPicPr>
          <p:cNvPr id="28" name="Image 3" descr="preencoded.png"/>
          <p:cNvPicPr>
            <a:picLocks noChangeAspect="1"/>
          </p:cNvPicPr>
          <p:nvPr/>
        </p:nvPicPr>
        <p:blipFill>
          <a:blip r:embed="rId4"/>
          <a:srcRect/>
          <a:stretch/>
        </p:blipFill>
        <p:spPr>
          <a:xfrm>
            <a:off x="571500" y="4151376"/>
            <a:ext cx="133502" cy="133502"/>
          </a:xfrm>
          <a:prstGeom prst="rect">
            <a:avLst/>
          </a:prstGeom>
        </p:spPr>
      </p:pic>
      <p:sp>
        <p:nvSpPr>
          <p:cNvPr id="29" name="Text 23"/>
          <p:cNvSpPr txBox="1"/>
          <p:nvPr/>
        </p:nvSpPr>
        <p:spPr>
          <a:xfrm>
            <a:off x="780898" y="4120286"/>
            <a:ext cx="5574182" cy="200254"/>
          </a:xfrm>
          <a:prstGeom prst="rect">
            <a:avLst/>
          </a:prstGeom>
          <a:noFill/>
          <a:ln/>
        </p:spPr>
        <p:txBody>
          <a:bodyPr wrap="square" lIns="0" tIns="0" rIns="0" bIns="0" rtlCol="0" anchor="ctr"/>
          <a:lstStyle/>
          <a:p>
            <a:pPr marL="0" indent="0" algn="l">
              <a:buNone/>
            </a:pPr>
            <a:r>
              <a:rPr lang="en-US" sz="1000" b="1" i="1" dirty="0">
                <a:solidFill>
                  <a:srgbClr val="AAAAAA"/>
                </a:solidFill>
                <a:latin typeface="Poppins" pitchFamily="34" charset="0"/>
                <a:ea typeface="Poppins" pitchFamily="34" charset="-122"/>
                <a:cs typeface="Poppins" pitchFamily="34" charset="-120"/>
              </a:rPr>
              <a:t>A team can have up to 4 members including the team leader. Add rows if necessary.</a:t>
            </a:r>
            <a:endParaRPr lang="en-US" sz="1000" b="1" dirty="0"/>
          </a:p>
        </p:txBody>
      </p:sp>
      <p:sp>
        <p:nvSpPr>
          <p:cNvPr id="30" name="Shape 24"/>
          <p:cNvSpPr/>
          <p:nvPr/>
        </p:nvSpPr>
        <p:spPr>
          <a:xfrm>
            <a:off x="571500" y="4543654"/>
            <a:ext cx="11048695" cy="2029054"/>
          </a:xfrm>
          <a:prstGeom prst="roundRect">
            <a:avLst>
              <a:gd name="adj" fmla="val 2539"/>
            </a:avLst>
          </a:prstGeom>
          <a:solidFill>
            <a:srgbClr val="FFFFFF">
              <a:alpha val="5000"/>
            </a:srgbClr>
          </a:solidFill>
          <a:ln w="12700">
            <a:solidFill>
              <a:srgbClr val="1E3A8A"/>
            </a:solidFill>
            <a:prstDash val="solid"/>
          </a:ln>
        </p:spPr>
        <p:txBody>
          <a:bodyPr/>
          <a:lstStyle/>
          <a:p>
            <a:endParaRPr lang="en-IN"/>
          </a:p>
        </p:txBody>
      </p:sp>
      <p:sp>
        <p:nvSpPr>
          <p:cNvPr id="31" name="Shape 25"/>
          <p:cNvSpPr/>
          <p:nvPr/>
        </p:nvSpPr>
        <p:spPr>
          <a:xfrm>
            <a:off x="771754" y="5048402"/>
            <a:ext cx="10649102"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2" name="Shape 26"/>
          <p:cNvSpPr/>
          <p:nvPr/>
        </p:nvSpPr>
        <p:spPr>
          <a:xfrm>
            <a:off x="771754"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3" name="Shape 27"/>
          <p:cNvSpPr/>
          <p:nvPr/>
        </p:nvSpPr>
        <p:spPr>
          <a:xfrm>
            <a:off x="6191402"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4" name="Text 28"/>
          <p:cNvSpPr txBox="1"/>
          <p:nvPr/>
        </p:nvSpPr>
        <p:spPr>
          <a:xfrm>
            <a:off x="761695" y="1086307"/>
            <a:ext cx="2053742" cy="381305"/>
          </a:xfrm>
          <a:prstGeom prst="rect">
            <a:avLst/>
          </a:prstGeom>
          <a:noFill/>
          <a:ln/>
        </p:spPr>
        <p:txBody>
          <a:bodyPr wrap="square" lIns="0" tIns="0" rIns="0" bIns="0" rtlCol="0" anchor="ctr"/>
          <a:lstStyle/>
          <a:p>
            <a:pPr marL="0" indent="0" algn="l">
              <a:buNone/>
            </a:pPr>
            <a:r>
              <a:rPr lang="en-US" sz="2100" b="1" dirty="0">
                <a:solidFill>
                  <a:srgbClr val="FFFFFF"/>
                </a:solidFill>
                <a:latin typeface="Poppins" pitchFamily="34" charset="0"/>
                <a:ea typeface="Poppins" pitchFamily="34" charset="-122"/>
                <a:cs typeface="Poppins" pitchFamily="34" charset="-120"/>
              </a:rPr>
              <a:t>Team Details</a:t>
            </a:r>
            <a:endParaRPr lang="en-US" sz="2100" dirty="0"/>
          </a:p>
        </p:txBody>
      </p:sp>
      <p:sp>
        <p:nvSpPr>
          <p:cNvPr id="35" name="Text 29"/>
          <p:cNvSpPr txBox="1"/>
          <p:nvPr/>
        </p:nvSpPr>
        <p:spPr>
          <a:xfrm>
            <a:off x="8076895" y="1237183"/>
            <a:ext cx="110551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Name:</a:t>
            </a:r>
            <a:endParaRPr lang="en-US" sz="1200" dirty="0"/>
          </a:p>
        </p:txBody>
      </p:sp>
      <p:sp>
        <p:nvSpPr>
          <p:cNvPr id="36" name="Text 30"/>
          <p:cNvSpPr txBox="1"/>
          <p:nvPr/>
        </p:nvSpPr>
        <p:spPr>
          <a:xfrm>
            <a:off x="771754" y="1836115"/>
            <a:ext cx="598932"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SR. NO</a:t>
            </a:r>
            <a:endParaRPr lang="en-US" sz="1000" dirty="0"/>
          </a:p>
        </p:txBody>
      </p:sp>
      <p:sp>
        <p:nvSpPr>
          <p:cNvPr id="37" name="Text 31"/>
          <p:cNvSpPr txBox="1"/>
          <p:nvPr/>
        </p:nvSpPr>
        <p:spPr>
          <a:xfrm>
            <a:off x="1874520" y="1836115"/>
            <a:ext cx="465430"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ROLE</a:t>
            </a:r>
            <a:endParaRPr lang="en-US" sz="1000" dirty="0"/>
          </a:p>
        </p:txBody>
      </p:sp>
      <p:sp>
        <p:nvSpPr>
          <p:cNvPr id="38" name="Text 32"/>
          <p:cNvSpPr txBox="1"/>
          <p:nvPr/>
        </p:nvSpPr>
        <p:spPr>
          <a:xfrm>
            <a:off x="4080053" y="1836115"/>
            <a:ext cx="532181"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NAME</a:t>
            </a:r>
            <a:endParaRPr lang="en-US" sz="1000" dirty="0"/>
          </a:p>
        </p:txBody>
      </p:sp>
      <p:sp>
        <p:nvSpPr>
          <p:cNvPr id="39" name="Text 33"/>
          <p:cNvSpPr txBox="1"/>
          <p:nvPr/>
        </p:nvSpPr>
        <p:spPr>
          <a:xfrm>
            <a:off x="8492033" y="1836115"/>
            <a:ext cx="1313078"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ACADEMIC YEAR</a:t>
            </a:r>
            <a:endParaRPr lang="en-US" sz="1000" dirty="0"/>
          </a:p>
        </p:txBody>
      </p:sp>
      <p:sp>
        <p:nvSpPr>
          <p:cNvPr id="40" name="Text 34"/>
          <p:cNvSpPr txBox="1"/>
          <p:nvPr/>
        </p:nvSpPr>
        <p:spPr>
          <a:xfrm>
            <a:off x="771754" y="2270455"/>
            <a:ext cx="1563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1</a:t>
            </a:r>
            <a:endParaRPr lang="en-US" sz="1100" dirty="0"/>
          </a:p>
        </p:txBody>
      </p:sp>
      <p:sp>
        <p:nvSpPr>
          <p:cNvPr id="41" name="Text 35"/>
          <p:cNvSpPr txBox="1"/>
          <p:nvPr/>
        </p:nvSpPr>
        <p:spPr>
          <a:xfrm>
            <a:off x="1874520" y="2270455"/>
            <a:ext cx="1070762" cy="200254"/>
          </a:xfrm>
          <a:prstGeom prst="rect">
            <a:avLst/>
          </a:prstGeom>
          <a:noFill/>
          <a:ln/>
        </p:spPr>
        <p:txBody>
          <a:bodyPr wrap="square" lIns="0" tIns="0" rIns="0" bIns="0" rtlCol="0" anchor="ctr"/>
          <a:lstStyle/>
          <a:p>
            <a:pPr marL="0" indent="0" algn="l">
              <a:buNone/>
            </a:pPr>
            <a:r>
              <a:rPr lang="en-US" sz="1100" b="1" dirty="0">
                <a:solidFill>
                  <a:srgbClr val="E0E0E0"/>
                </a:solidFill>
                <a:latin typeface="Poppins" pitchFamily="34" charset="0"/>
                <a:ea typeface="Poppins" pitchFamily="34" charset="-122"/>
                <a:cs typeface="Poppins" pitchFamily="34" charset="-120"/>
              </a:rPr>
              <a:t>Team Leader</a:t>
            </a:r>
            <a:endParaRPr lang="en-US" sz="1100" dirty="0"/>
          </a:p>
        </p:txBody>
      </p:sp>
      <p:sp>
        <p:nvSpPr>
          <p:cNvPr id="42" name="Text 36"/>
          <p:cNvSpPr txBox="1"/>
          <p:nvPr/>
        </p:nvSpPr>
        <p:spPr>
          <a:xfrm>
            <a:off x="771754" y="2725826"/>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2</a:t>
            </a:r>
            <a:endParaRPr lang="en-US" sz="1100" dirty="0"/>
          </a:p>
        </p:txBody>
      </p:sp>
      <p:sp>
        <p:nvSpPr>
          <p:cNvPr id="43" name="Text 37"/>
          <p:cNvSpPr txBox="1"/>
          <p:nvPr/>
        </p:nvSpPr>
        <p:spPr>
          <a:xfrm>
            <a:off x="1874520" y="2725826"/>
            <a:ext cx="80467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1</a:t>
            </a:r>
            <a:endParaRPr lang="en-US" sz="1100" dirty="0"/>
          </a:p>
        </p:txBody>
      </p:sp>
      <p:sp>
        <p:nvSpPr>
          <p:cNvPr id="44" name="Text 38"/>
          <p:cNvSpPr txBox="1"/>
          <p:nvPr/>
        </p:nvSpPr>
        <p:spPr>
          <a:xfrm>
            <a:off x="771754" y="3181198"/>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3</a:t>
            </a:r>
            <a:endParaRPr lang="en-US" sz="1100" dirty="0"/>
          </a:p>
        </p:txBody>
      </p:sp>
      <p:sp>
        <p:nvSpPr>
          <p:cNvPr id="45" name="Text 39"/>
          <p:cNvSpPr txBox="1"/>
          <p:nvPr/>
        </p:nvSpPr>
        <p:spPr>
          <a:xfrm>
            <a:off x="1874520" y="3181198"/>
            <a:ext cx="8421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2</a:t>
            </a:r>
            <a:endParaRPr lang="en-US" sz="1100" dirty="0"/>
          </a:p>
        </p:txBody>
      </p:sp>
      <p:sp>
        <p:nvSpPr>
          <p:cNvPr id="46" name="Text 40"/>
          <p:cNvSpPr txBox="1"/>
          <p:nvPr/>
        </p:nvSpPr>
        <p:spPr>
          <a:xfrm>
            <a:off x="771754" y="3636569"/>
            <a:ext cx="203911"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4</a:t>
            </a:r>
            <a:endParaRPr lang="en-US" sz="1100" dirty="0"/>
          </a:p>
        </p:txBody>
      </p:sp>
      <p:sp>
        <p:nvSpPr>
          <p:cNvPr id="47" name="Text 41"/>
          <p:cNvSpPr txBox="1"/>
          <p:nvPr/>
        </p:nvSpPr>
        <p:spPr>
          <a:xfrm>
            <a:off x="1874520" y="3636569"/>
            <a:ext cx="8421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3</a:t>
            </a:r>
            <a:endParaRPr lang="en-US" sz="1100" dirty="0"/>
          </a:p>
        </p:txBody>
      </p:sp>
      <p:pic>
        <p:nvPicPr>
          <p:cNvPr id="48" name="Image 4" descr="preencoded.png"/>
          <p:cNvPicPr>
            <a:picLocks noChangeAspect="1"/>
          </p:cNvPicPr>
          <p:nvPr/>
        </p:nvPicPr>
        <p:blipFill>
          <a:blip r:embed="rId5"/>
          <a:srcRect l="-2994" r="-2994"/>
          <a:stretch/>
        </p:blipFill>
        <p:spPr>
          <a:xfrm>
            <a:off x="771754" y="4772254"/>
            <a:ext cx="161849" cy="152705"/>
          </a:xfrm>
          <a:prstGeom prst="rect">
            <a:avLst/>
          </a:prstGeom>
        </p:spPr>
      </p:pic>
      <p:sp>
        <p:nvSpPr>
          <p:cNvPr id="49" name="Text 42"/>
          <p:cNvSpPr txBox="1"/>
          <p:nvPr/>
        </p:nvSpPr>
        <p:spPr>
          <a:xfrm>
            <a:off x="1009498" y="4743907"/>
            <a:ext cx="1343254"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COLLEGE NAME</a:t>
            </a:r>
            <a:endParaRPr lang="en-US" sz="1200" dirty="0"/>
          </a:p>
        </p:txBody>
      </p:sp>
      <p:pic>
        <p:nvPicPr>
          <p:cNvPr id="50" name="Image 5" descr="preencoded.png"/>
          <p:cNvPicPr>
            <a:picLocks noChangeAspect="1"/>
          </p:cNvPicPr>
          <p:nvPr/>
        </p:nvPicPr>
        <p:blipFill>
          <a:blip r:embed="rId6"/>
          <a:srcRect l="-2994" r="-2994"/>
          <a:stretch/>
        </p:blipFill>
        <p:spPr>
          <a:xfrm>
            <a:off x="771754" y="5658307"/>
            <a:ext cx="161849" cy="152705"/>
          </a:xfrm>
          <a:prstGeom prst="rect">
            <a:avLst/>
          </a:prstGeom>
        </p:spPr>
      </p:pic>
      <p:sp>
        <p:nvSpPr>
          <p:cNvPr id="51" name="Text 43"/>
          <p:cNvSpPr txBox="1"/>
          <p:nvPr/>
        </p:nvSpPr>
        <p:spPr>
          <a:xfrm>
            <a:off x="1009498" y="5629046"/>
            <a:ext cx="2772461"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CONTACT NUMBER</a:t>
            </a:r>
            <a:endParaRPr lang="en-US" sz="1200" dirty="0"/>
          </a:p>
        </p:txBody>
      </p:sp>
      <p:pic>
        <p:nvPicPr>
          <p:cNvPr id="52" name="Image 6" descr="preencoded.png"/>
          <p:cNvPicPr>
            <a:picLocks noChangeAspect="1"/>
          </p:cNvPicPr>
          <p:nvPr/>
        </p:nvPicPr>
        <p:blipFill>
          <a:blip r:embed="rId7"/>
          <a:srcRect l="-2994" r="-2994"/>
          <a:stretch/>
        </p:blipFill>
        <p:spPr>
          <a:xfrm>
            <a:off x="6191402" y="5658307"/>
            <a:ext cx="161849" cy="152705"/>
          </a:xfrm>
          <a:prstGeom prst="rect">
            <a:avLst/>
          </a:prstGeom>
        </p:spPr>
      </p:pic>
      <p:sp>
        <p:nvSpPr>
          <p:cNvPr id="53" name="Text 44"/>
          <p:cNvSpPr txBox="1"/>
          <p:nvPr/>
        </p:nvSpPr>
        <p:spPr>
          <a:xfrm>
            <a:off x="6429146" y="5629046"/>
            <a:ext cx="251460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EMAIL ADDRESS</a:t>
            </a:r>
            <a:endParaRPr lang="en-US" sz="1200" dirty="0"/>
          </a:p>
        </p:txBody>
      </p:sp>
      <p:sp>
        <p:nvSpPr>
          <p:cNvPr id="54" name="Text 45"/>
          <p:cNvSpPr txBox="1"/>
          <p:nvPr/>
        </p:nvSpPr>
        <p:spPr>
          <a:xfrm>
            <a:off x="9344254" y="1256386"/>
            <a:ext cx="1719986" cy="191110"/>
          </a:xfrm>
          <a:prstGeom prst="rect">
            <a:avLst/>
          </a:prstGeom>
          <a:noFill/>
          <a:ln/>
        </p:spPr>
        <p:txBody>
          <a:bodyPr wrap="square" lIns="0" tIns="0" rIns="0" bIns="0" rtlCol="0" anchor="ctr"/>
          <a:lstStyle/>
          <a:p>
            <a:pPr marL="0" indent="0" algn="l">
              <a:buNone/>
            </a:pPr>
            <a:r>
              <a:rPr lang="en-US" sz="1000" dirty="0">
                <a:solidFill>
                  <a:srgbClr val="FFFFFF">
                    <a:alpha val="70000"/>
                  </a:srgbClr>
                </a:solidFill>
                <a:latin typeface="Poppins" pitchFamily="34" charset="0"/>
                <a:ea typeface="Poppins" pitchFamily="34" charset="-122"/>
                <a:cs typeface="Poppins" pitchFamily="34" charset="-120"/>
              </a:rPr>
              <a:t>TEAM_NAME</a:t>
            </a:r>
            <a:endParaRPr lang="en-US" sz="1000" dirty="0"/>
          </a:p>
        </p:txBody>
      </p:sp>
      <p:sp>
        <p:nvSpPr>
          <p:cNvPr id="55" name="Text 46"/>
          <p:cNvSpPr txBox="1"/>
          <p:nvPr/>
        </p:nvSpPr>
        <p:spPr>
          <a:xfrm>
            <a:off x="4080053" y="2270455"/>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Vikaash</a:t>
            </a:r>
            <a:endParaRPr lang="en-US" sz="1100" dirty="0"/>
          </a:p>
        </p:txBody>
      </p:sp>
      <p:sp>
        <p:nvSpPr>
          <p:cNvPr id="56" name="Text 47"/>
          <p:cNvSpPr txBox="1"/>
          <p:nvPr/>
        </p:nvSpPr>
        <p:spPr>
          <a:xfrm>
            <a:off x="8492033" y="2270455"/>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3rd Year</a:t>
            </a:r>
            <a:endParaRPr lang="en-US" sz="1100" dirty="0"/>
          </a:p>
        </p:txBody>
      </p:sp>
      <p:sp>
        <p:nvSpPr>
          <p:cNvPr id="57" name="Text 48"/>
          <p:cNvSpPr txBox="1"/>
          <p:nvPr/>
        </p:nvSpPr>
        <p:spPr>
          <a:xfrm>
            <a:off x="4080053" y="2725826"/>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Member 2 Name</a:t>
            </a:r>
            <a:endParaRPr lang="en-US" sz="1100" dirty="0"/>
          </a:p>
        </p:txBody>
      </p:sp>
      <p:sp>
        <p:nvSpPr>
          <p:cNvPr id="58" name="Text 49"/>
          <p:cNvSpPr txBox="1"/>
          <p:nvPr/>
        </p:nvSpPr>
        <p:spPr>
          <a:xfrm>
            <a:off x="8492033" y="2725826"/>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Year</a:t>
            </a:r>
            <a:endParaRPr lang="en-US" sz="1100" dirty="0"/>
          </a:p>
        </p:txBody>
      </p:sp>
      <p:sp>
        <p:nvSpPr>
          <p:cNvPr id="59" name="Text 50"/>
          <p:cNvSpPr txBox="1"/>
          <p:nvPr/>
        </p:nvSpPr>
        <p:spPr>
          <a:xfrm>
            <a:off x="4080053" y="3181198"/>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Member 3 Name</a:t>
            </a:r>
            <a:endParaRPr lang="en-US" sz="1100" dirty="0"/>
          </a:p>
        </p:txBody>
      </p:sp>
      <p:sp>
        <p:nvSpPr>
          <p:cNvPr id="60" name="Text 51"/>
          <p:cNvSpPr txBox="1"/>
          <p:nvPr/>
        </p:nvSpPr>
        <p:spPr>
          <a:xfrm>
            <a:off x="8492033" y="3181198"/>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Year</a:t>
            </a:r>
            <a:endParaRPr lang="en-US" sz="1100" dirty="0"/>
          </a:p>
        </p:txBody>
      </p:sp>
      <p:sp>
        <p:nvSpPr>
          <p:cNvPr id="61" name="Text 52"/>
          <p:cNvSpPr txBox="1"/>
          <p:nvPr/>
        </p:nvSpPr>
        <p:spPr>
          <a:xfrm>
            <a:off x="4080053" y="3636569"/>
            <a:ext cx="10899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Member 4 Name</a:t>
            </a:r>
            <a:endParaRPr lang="en-US" sz="1100" dirty="0"/>
          </a:p>
        </p:txBody>
      </p:sp>
      <p:sp>
        <p:nvSpPr>
          <p:cNvPr id="62" name="Text 53"/>
          <p:cNvSpPr txBox="1"/>
          <p:nvPr/>
        </p:nvSpPr>
        <p:spPr>
          <a:xfrm>
            <a:off x="8492033" y="3636569"/>
            <a:ext cx="975665" cy="200254"/>
          </a:xfrm>
          <a:prstGeom prst="rect">
            <a:avLst/>
          </a:prstGeom>
          <a:noFill/>
          <a:ln/>
        </p:spPr>
        <p:txBody>
          <a:bodyPr wrap="square" lIns="0" tIns="0" rIns="0" bIns="0" rtlCol="0" anchor="ctr"/>
          <a:lstStyle/>
          <a:p>
            <a:pPr marL="0" indent="0" algn="l">
              <a:buNone/>
            </a:pPr>
            <a:r>
              <a:rPr lang="en-US" sz="1100" i="1" dirty="0">
                <a:solidFill>
                  <a:srgbClr val="E0E0E0">
                    <a:alpha val="50000"/>
                  </a:srgbClr>
                </a:solidFill>
                <a:latin typeface="Poppins" pitchFamily="34" charset="0"/>
                <a:ea typeface="Poppins" pitchFamily="34" charset="-122"/>
                <a:cs typeface="Poppins" pitchFamily="34" charset="-120"/>
              </a:rPr>
              <a:t>Year</a:t>
            </a:r>
            <a:endParaRPr lang="en-US" sz="1100" dirty="0"/>
          </a:p>
        </p:txBody>
      </p:sp>
      <p:sp>
        <p:nvSpPr>
          <p:cNvPr id="63" name="Text 54"/>
          <p:cNvSpPr txBox="1"/>
          <p:nvPr/>
        </p:nvSpPr>
        <p:spPr>
          <a:xfrm>
            <a:off x="923544" y="5152644"/>
            <a:ext cx="2057400" cy="219456"/>
          </a:xfrm>
          <a:prstGeom prst="rect">
            <a:avLst/>
          </a:prstGeom>
          <a:noFill/>
          <a:ln/>
        </p:spPr>
        <p:txBody>
          <a:bodyPr wrap="square" lIns="0" tIns="0" rIns="0" bIns="0" rtlCol="0" anchor="ctr"/>
          <a:lstStyle/>
          <a:p>
            <a:pPr marL="0" indent="0" algn="l">
              <a:buNone/>
            </a:pPr>
            <a:r>
              <a:rPr lang="en-US" sz="1200" dirty="0">
                <a:solidFill>
                  <a:srgbClr val="FFFFFF">
                    <a:alpha val="50000"/>
                  </a:srgbClr>
                </a:solidFill>
                <a:latin typeface="Poppins" pitchFamily="34" charset="0"/>
                <a:ea typeface="Poppins" pitchFamily="34" charset="-122"/>
                <a:cs typeface="Poppins" pitchFamily="34" charset="-120"/>
              </a:rPr>
              <a:t>Karpagam College of Engineering, Coimbatore</a:t>
            </a:r>
            <a:endParaRPr lang="en-US" sz="1200" dirty="0"/>
          </a:p>
        </p:txBody>
      </p:sp>
      <p:sp>
        <p:nvSpPr>
          <p:cNvPr id="64" name="Text 55"/>
          <p:cNvSpPr txBox="1"/>
          <p:nvPr/>
        </p:nvSpPr>
        <p:spPr>
          <a:xfrm>
            <a:off x="923544" y="6038698"/>
            <a:ext cx="1534363" cy="219456"/>
          </a:xfrm>
          <a:prstGeom prst="rect">
            <a:avLst/>
          </a:prstGeom>
          <a:noFill/>
          <a:ln/>
        </p:spPr>
        <p:txBody>
          <a:bodyPr wrap="square" lIns="0" tIns="0" rIns="0" bIns="0" rtlCol="0" anchor="ctr"/>
          <a:lstStyle/>
          <a:p>
            <a:pPr marL="0" indent="0" algn="l">
              <a:buNone/>
            </a:pPr>
            <a:r>
              <a:rPr lang="en-US" sz="1200" dirty="0">
                <a:solidFill>
                  <a:srgbClr val="FFFFFF">
                    <a:alpha val="50000"/>
                  </a:srgbClr>
                </a:solidFill>
                <a:latin typeface="Poppins" pitchFamily="34" charset="0"/>
                <a:ea typeface="Poppins" pitchFamily="34" charset="-122"/>
                <a:cs typeface="Poppins" pitchFamily="34" charset="-120"/>
              </a:rPr>
              <a:t>+91 XXXXX XXXXX</a:t>
            </a:r>
            <a:endParaRPr lang="en-US" sz="1200" dirty="0"/>
          </a:p>
        </p:txBody>
      </p:sp>
      <p:sp>
        <p:nvSpPr>
          <p:cNvPr id="65" name="Text 56"/>
          <p:cNvSpPr txBox="1"/>
          <p:nvPr/>
        </p:nvSpPr>
        <p:spPr>
          <a:xfrm>
            <a:off x="6344107" y="6038698"/>
            <a:ext cx="1886407" cy="219456"/>
          </a:xfrm>
          <a:prstGeom prst="rect">
            <a:avLst/>
          </a:prstGeom>
          <a:noFill/>
          <a:ln/>
        </p:spPr>
        <p:txBody>
          <a:bodyPr wrap="square" lIns="0" tIns="0" rIns="0" bIns="0" rtlCol="0" anchor="ctr"/>
          <a:lstStyle/>
          <a:p>
            <a:pPr marL="0" indent="0" algn="l">
              <a:buNone/>
            </a:pPr>
            <a:r>
              <a:rPr lang="en-US" sz="1200" dirty="0">
                <a:solidFill>
                  <a:srgbClr val="FFFFFF">
                    <a:alpha val="50000"/>
                  </a:srgbClr>
                </a:solidFill>
                <a:latin typeface="Poppins" pitchFamily="34" charset="0"/>
                <a:ea typeface="Poppins" pitchFamily="34" charset="-122"/>
                <a:cs typeface="Poppins" pitchFamily="34" charset="-120"/>
              </a:rPr>
              <a:t>email@example.com</a:t>
            </a:r>
            <a:endParaRPr lang="en-US" sz="1200" dirty="0"/>
          </a:p>
        </p:txBody>
      </p:sp>
      <p:sp>
        <p:nvSpPr>
          <p:cNvPr id="70" name="Shape 1">
            <a:extLst>
              <a:ext uri="{FF2B5EF4-FFF2-40B4-BE49-F238E27FC236}">
                <a16:creationId xmlns:a16="http://schemas.microsoft.com/office/drawing/2014/main" id="{780937B3-EB04-4CBA-C636-AF115BC1E358}"/>
              </a:ext>
            </a:extLst>
          </p:cNvPr>
          <p:cNvSpPr/>
          <p:nvPr/>
        </p:nvSpPr>
        <p:spPr>
          <a:xfrm>
            <a:off x="562356" y="13807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5F67FE6B-8CE4-2744-DE3C-E456350E62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4957" y="273709"/>
            <a:ext cx="9163491" cy="5864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55476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Problem Statement Addressed</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4"/>
          <a:srcRect/>
          <a:stretch/>
        </p:blipFill>
        <p:spPr>
          <a:xfrm>
            <a:off x="1133856" y="2583180"/>
            <a:ext cx="228600" cy="228600"/>
          </a:xfrm>
          <a:prstGeom prst="rect">
            <a:avLst/>
          </a:prstGeom>
        </p:spPr>
      </p:pic>
      <p:sp>
        <p:nvSpPr>
          <p:cNvPr id="16" name="Text 10"/>
          <p:cNvSpPr txBox="1"/>
          <p:nvPr/>
        </p:nvSpPr>
        <p:spPr>
          <a:xfrm>
            <a:off x="961949" y="3193085"/>
            <a:ext cx="6277356" cy="314554"/>
          </a:xfrm>
          <a:prstGeom prst="rect">
            <a:avLst/>
          </a:prstGeom>
          <a:noFill/>
          <a:ln/>
        </p:spPr>
        <p:txBody>
          <a:bodyPr wrap="square" lIns="0" tIns="0" rIns="0" bIns="0" rtlCol="0" anchor="ctr"/>
          <a:lstStyle/>
          <a:p>
            <a:pPr marL="0" indent="0" algn="l">
              <a:buNone/>
            </a:pPr>
            <a:r>
              <a:rPr lang="en-US" sz="1800" dirty="0">
                <a:solidFill>
                  <a:srgbClr val="AEFF82">
                    <a:alpha val="80000"/>
                  </a:srgbClr>
                </a:solidFill>
                <a:latin typeface="Poppins" pitchFamily="34" charset="0"/>
                <a:ea typeface="Poppins" pitchFamily="34" charset="-122"/>
                <a:cs typeface="Poppins" pitchFamily="34" charset="-120"/>
              </a:rPr>
              <a:t>Selected the problem statement your idea addresses</a:t>
            </a:r>
            <a:endParaRPr lang="en-US" sz="1800" dirty="0"/>
          </a:p>
        </p:txBody>
      </p:sp>
      <p:sp>
        <p:nvSpPr>
          <p:cNvPr id="17" name="Shape 11"/>
          <p:cNvSpPr/>
          <p:nvPr/>
        </p:nvSpPr>
        <p:spPr>
          <a:xfrm>
            <a:off x="961949" y="3768242"/>
            <a:ext cx="10267798" cy="2450000"/>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200607" y="4006901"/>
            <a:ext cx="1690726"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DESCRIPTION / DETAILS</a:t>
            </a:r>
            <a:endParaRPr lang="en-US" sz="1000" dirty="0"/>
          </a:p>
        </p:txBody>
      </p:sp>
      <p:sp>
        <p:nvSpPr>
          <p:cNvPr id="19" name="Text 13"/>
          <p:cNvSpPr txBox="1"/>
          <p:nvPr/>
        </p:nvSpPr>
        <p:spPr>
          <a:xfrm>
            <a:off x="1200607" y="4283050"/>
            <a:ext cx="8968435" cy="1900000"/>
          </a:xfrm>
          <a:prstGeom prst="rect">
            <a:avLst/>
          </a:prstGeom>
          <a:noFill/>
          <a:ln/>
        </p:spPr>
        <p:txBody>
          <a:bodyPr wrap="square" lIns="0" tIns="0" rIns="0" bIns="0" rtlCol="0" anchor="t"/>
          <a:lstStyle/>
          <a:p>
            <a:pPr marL="0" indent="0" algn="l">
              <a:buNone/>
            </a:pPr>
            <a:r>
              <a:rPr lang="en-US" sz="1300" i="1" dirty="0">
                <a:solidFill>
                  <a:srgbClr val="FFFFFF">
                    <a:alpha val="70000"/>
                  </a:srgbClr>
                </a:solidFill>
                <a:latin typeface="Poppins" pitchFamily="34" charset="0"/>
                <a:ea typeface="Poppins" pitchFamily="34" charset="-122"/>
                <a:cs typeface="Poppins" pitchFamily="34" charset="-120"/>
              </a:rPr>
              <a:t>KLA: AI-Based Restoration of Degraded Images for Semiconductor Inspection (Hackathon 2026, SEMICON India). Fabs run automated optical/e-beam inspection at nearly every process stage, from early lithography checks to final die sort, to catch defects like bridging, voids, particle contamination and misaligned vias before they cause yield loss. Inspection tools are under constant pressure to scan faster and cover more wafer area — both push image quality the wrong way: shorter dwell time introduces speckle noise, wider coverage means lower spatial sampling. KLA's benchmark applies three undisclosed-order degradations — speckle noise (multiplicative), additive Gaussian noise, and downsampling — and scores restoration on a fixed weighted combination of PSNR, SSIM and LPIPS across in-distribution and out-of-distribution wafer content, with end-to-end GPU runtime also benchmarked.</a:t>
            </a:r>
            <a:endParaRPr lang="en-US" sz="1300" dirty="0"/>
          </a:p>
        </p:txBody>
      </p:sp>
      <p:pic>
        <p:nvPicPr>
          <p:cNvPr id="20" name="Picture 19">
            <a:extLst>
              <a:ext uri="{FF2B5EF4-FFF2-40B4-BE49-F238E27FC236}">
                <a16:creationId xmlns:a16="http://schemas.microsoft.com/office/drawing/2014/main" id="{E9F13985-00B4-3FE2-69FB-BA5F88420137}"/>
              </a:ext>
            </a:extLst>
          </p:cNvPr>
          <p:cNvPicPr>
            <a:picLocks noChangeAspect="1"/>
          </p:cNvPicPr>
          <p:nvPr/>
        </p:nvPicPr>
        <p:blipFill>
          <a:blip r:embed="rId5"/>
          <a:stretch>
            <a:fillRect/>
          </a:stretch>
        </p:blipFill>
        <p:spPr>
          <a:xfrm>
            <a:off x="5292164" y="228650"/>
            <a:ext cx="1607366" cy="783591"/>
          </a:xfrm>
          <a:prstGeom prst="rect">
            <a:avLst/>
          </a:prstGeom>
        </p:spPr>
      </p:pic>
      <p:sp>
        <p:nvSpPr>
          <p:cNvPr id="22" name="Shape 1">
            <a:extLst>
              <a:ext uri="{FF2B5EF4-FFF2-40B4-BE49-F238E27FC236}">
                <a16:creationId xmlns:a16="http://schemas.microsoft.com/office/drawing/2014/main" id="{8B3789FB-4EC6-29BB-8AB4-B514BCE88A9C}"/>
              </a:ext>
            </a:extLst>
          </p:cNvPr>
          <p:cNvSpPr/>
          <p:nvPr/>
        </p:nvSpPr>
        <p:spPr>
          <a:xfrm>
            <a:off x="571500" y="26629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AFA5626A-1768-0BB6-2B3B-C29607998D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33449" y="416814"/>
            <a:ext cx="9163491" cy="5864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4" y="1295705"/>
            <a:ext cx="10682936"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Idea Description - </a:t>
            </a:r>
            <a:r>
              <a:rPr lang="en-US" sz="2400" b="1" dirty="0">
                <a:solidFill>
                  <a:schemeClr val="tx2"/>
                </a:solidFill>
                <a:latin typeface="Poppins" panose="00000500000000000000" pitchFamily="2" charset="0"/>
                <a:cs typeface="Poppins" panose="00000500000000000000" pitchFamily="2" charset="0"/>
              </a:rPr>
              <a:t>Describe your Idea/Solution</a:t>
            </a:r>
            <a:r>
              <a:rPr lang="en-US" sz="2400" b="1" u="sng" dirty="0">
                <a:solidFill>
                  <a:schemeClr val="tx2"/>
                </a:solidFill>
                <a:latin typeface="Poppins" panose="00000500000000000000" pitchFamily="2" charset="0"/>
                <a:cs typeface="Poppins" panose="00000500000000000000" pitchFamily="2" charset="0"/>
              </a:rPr>
              <a:t>/</a:t>
            </a:r>
            <a:r>
              <a:rPr lang="en-US" sz="2400" b="1" dirty="0">
                <a:solidFill>
                  <a:schemeClr val="tx2"/>
                </a:solidFill>
                <a:latin typeface="Poppins" panose="00000500000000000000" pitchFamily="2" charset="0"/>
                <a:cs typeface="Poppins" panose="00000500000000000000" pitchFamily="2" charset="0"/>
              </a:rPr>
              <a:t>Prototype</a:t>
            </a:r>
            <a:endParaRPr lang="en-US" sz="2600" dirty="0">
              <a:latin typeface="Poppins" panose="00000500000000000000" pitchFamily="2" charset="0"/>
              <a:cs typeface="Poppins" panose="00000500000000000000" pitchFamily="2" charset="0"/>
            </a:endParaRPr>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133" r="-133"/>
          <a:stretch/>
        </p:blipFill>
        <p:spPr>
          <a:xfrm>
            <a:off x="1162202" y="2583180"/>
            <a:ext cx="171907" cy="228600"/>
          </a:xfrm>
          <a:prstGeom prst="rect">
            <a:avLst/>
          </a:prstGeom>
        </p:spPr>
      </p:pic>
      <p:sp>
        <p:nvSpPr>
          <p:cNvPr id="16" name="Text 10"/>
          <p:cNvSpPr txBox="1"/>
          <p:nvPr/>
        </p:nvSpPr>
        <p:spPr>
          <a:xfrm>
            <a:off x="961949" y="3183941"/>
            <a:ext cx="9813341" cy="629107"/>
          </a:xfrm>
          <a:prstGeom prst="rect">
            <a:avLst/>
          </a:prstGeom>
          <a:noFill/>
          <a:ln/>
        </p:spPr>
        <p:txBody>
          <a:bodyPr wrap="square" lIns="0" tIns="0" rIns="0" bIns="0" rtlCol="0" anchor="ctr"/>
          <a:lstStyle/>
          <a:p>
            <a:pPr marL="0" indent="0" algn="l">
              <a:buNone/>
            </a:pPr>
            <a:r>
              <a:rPr lang="en-US" sz="1600" dirty="0">
                <a:solidFill>
                  <a:srgbClr val="AEFF82">
                    <a:alpha val="90000"/>
                  </a:srgbClr>
                </a:solidFill>
                <a:latin typeface="Poppins" pitchFamily="34" charset="0"/>
                <a:ea typeface="Poppins" pitchFamily="34" charset="-122"/>
                <a:cs typeface="Poppins" pitchFamily="34" charset="-120"/>
              </a:rPr>
              <a:t>Provide a brief summary of your idea, including the key concept and approach. Provide a brief overview of your solution and how it addresses the problem statement.</a:t>
            </a:r>
            <a:endParaRPr lang="en-US" sz="1600" dirty="0"/>
          </a:p>
        </p:txBody>
      </p:sp>
      <p:sp>
        <p:nvSpPr>
          <p:cNvPr id="17" name="Shape 11"/>
          <p:cNvSpPr/>
          <p:nvPr/>
        </p:nvSpPr>
        <p:spPr>
          <a:xfrm>
            <a:off x="961949" y="4060850"/>
            <a:ext cx="10267798" cy="1160000"/>
          </a:xfrm>
          <a:prstGeom prst="roundRect">
            <a:avLst>
              <a:gd name="adj" fmla="val 8693"/>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162202" y="4261104"/>
            <a:ext cx="1996135"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KEY CONCEPT &amp; APPROACH</a:t>
            </a:r>
            <a:endParaRPr lang="en-US" sz="1000" dirty="0"/>
          </a:p>
        </p:txBody>
      </p:sp>
      <p:sp>
        <p:nvSpPr>
          <p:cNvPr id="19" name="Text 13"/>
          <p:cNvSpPr txBox="1"/>
          <p:nvPr/>
        </p:nvSpPr>
        <p:spPr>
          <a:xfrm>
            <a:off x="1162202" y="4528109"/>
            <a:ext cx="7677302" cy="600000"/>
          </a:xfrm>
          <a:prstGeom prst="rect">
            <a:avLst/>
          </a:prstGeom>
          <a:noFill/>
          <a:ln/>
        </p:spPr>
        <p:txBody>
          <a:bodyPr wrap="square" lIns="0" tIns="0" rIns="0" bIns="0" rtlCol="0" anchor="t"/>
          <a:lstStyle/>
          <a:p>
            <a:pPr marL="0" indent="0" algn="l">
              <a:buNone/>
            </a:pPr>
            <a:r>
              <a:rPr lang="en-US" sz="1200" i="1" dirty="0">
                <a:solidFill>
                  <a:srgbClr val="FFFFFF">
                    <a:alpha val="70000"/>
                  </a:srgbClr>
                </a:solidFill>
                <a:latin typeface="Poppins" pitchFamily="34" charset="0"/>
                <a:ea typeface="Poppins" pitchFamily="34" charset="-122"/>
                <a:cs typeface="Poppins" pitchFamily="34" charset="-120"/>
              </a:rPr>
              <a:t>A staged restoration pipeline recovering clean, full-resolution wafer images from inputs degraded by speckle noise, additive Gaussian noise and 2x downsampling — denoise first (DnCNN-style residual learning), then super-resolve (SRCNN/ESPCN-style sub-pixel convolution) to restore lost spatial detail.</a:t>
            </a:r>
            <a:endParaRPr lang="en-US" sz="1200" dirty="0"/>
          </a:p>
        </p:txBody>
      </p:sp>
      <p:sp>
        <p:nvSpPr>
          <p:cNvPr id="20" name="Shape 14"/>
          <p:cNvSpPr/>
          <p:nvPr/>
        </p:nvSpPr>
        <p:spPr>
          <a:xfrm>
            <a:off x="961949" y="5260850"/>
            <a:ext cx="10267798" cy="1100000"/>
          </a:xfrm>
          <a:prstGeom prst="roundRect">
            <a:avLst>
              <a:gd name="adj" fmla="val 8693"/>
            </a:avLst>
          </a:prstGeom>
          <a:solidFill>
            <a:srgbClr val="1E3A8A">
              <a:alpha val="40000"/>
            </a:srgbClr>
          </a:solidFill>
          <a:ln w="12700">
            <a:solidFill>
              <a:srgbClr val="1D4ED8"/>
            </a:solidFill>
            <a:prstDash val="solid"/>
          </a:ln>
        </p:spPr>
        <p:txBody>
          <a:bodyPr/>
          <a:lstStyle/>
          <a:p>
            <a:endParaRPr lang="en-IN"/>
          </a:p>
        </p:txBody>
      </p:sp>
      <p:sp>
        <p:nvSpPr>
          <p:cNvPr id="21" name="Text 15"/>
          <p:cNvSpPr txBox="1"/>
          <p:nvPr/>
        </p:nvSpPr>
        <p:spPr>
          <a:xfrm>
            <a:off x="1162202" y="5461103"/>
            <a:ext cx="1548079"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SOLUTION OVERVIEW</a:t>
            </a:r>
            <a:endParaRPr lang="en-US" sz="1000" dirty="0"/>
          </a:p>
        </p:txBody>
      </p:sp>
      <p:sp>
        <p:nvSpPr>
          <p:cNvPr id="22" name="Text 16"/>
          <p:cNvSpPr txBox="1"/>
          <p:nvPr/>
        </p:nvSpPr>
        <p:spPr>
          <a:xfrm>
            <a:off x="1162202" y="5727194"/>
            <a:ext cx="8458200" cy="600000"/>
          </a:xfrm>
          <a:prstGeom prst="rect">
            <a:avLst/>
          </a:prstGeom>
          <a:noFill/>
          <a:ln/>
        </p:spPr>
        <p:txBody>
          <a:bodyPr wrap="square" lIns="0" tIns="0" rIns="0" bIns="0" rtlCol="0" anchor="t"/>
          <a:lstStyle/>
          <a:p>
            <a:pPr marL="0" indent="0" algn="l">
              <a:buNone/>
            </a:pPr>
            <a:r>
              <a:rPr lang="en-US" sz="1200" i="1" dirty="0">
                <a:solidFill>
                  <a:srgbClr val="FFFFFF">
                    <a:alpha val="70000"/>
                  </a:srgbClr>
                </a:solidFill>
                <a:latin typeface="Poppins" pitchFamily="34" charset="0"/>
                <a:ea typeface="Poppins" pitchFamily="34" charset="-122"/>
                <a:cs typeface="Poppins" pitchFamily="34" charset="-120"/>
              </a:rPr>
              <a:t>Stage 1 trains on synthetically degraded DIV2K/BSD500 patches for exact ground truth; stage 2 upscales via learned sub-pixel convolution, preserving defect edges. A joint U-Net/Real-ESRGAN model is the stretch-goal upgrade, exploiting correlations between both degradations directly.</a:t>
            </a:r>
            <a:endParaRPr lang="en-US" sz="1200" dirty="0"/>
          </a:p>
        </p:txBody>
      </p:sp>
      <p:pic>
        <p:nvPicPr>
          <p:cNvPr id="23" name="Picture 22">
            <a:extLst>
              <a:ext uri="{FF2B5EF4-FFF2-40B4-BE49-F238E27FC236}">
                <a16:creationId xmlns:a16="http://schemas.microsoft.com/office/drawing/2014/main" id="{C033FF08-6369-1C95-EB39-A51D568DF008}"/>
              </a:ext>
            </a:extLst>
          </p:cNvPr>
          <p:cNvPicPr>
            <a:picLocks noChangeAspect="1"/>
          </p:cNvPicPr>
          <p:nvPr/>
        </p:nvPicPr>
        <p:blipFill>
          <a:blip r:embed="rId7"/>
          <a:stretch>
            <a:fillRect/>
          </a:stretch>
        </p:blipFill>
        <p:spPr>
          <a:xfrm>
            <a:off x="5292164" y="228650"/>
            <a:ext cx="1607366" cy="783591"/>
          </a:xfrm>
          <a:prstGeom prst="rect">
            <a:avLst/>
          </a:prstGeom>
        </p:spPr>
      </p:pic>
      <p:sp>
        <p:nvSpPr>
          <p:cNvPr id="25" name="Shape 1">
            <a:extLst>
              <a:ext uri="{FF2B5EF4-FFF2-40B4-BE49-F238E27FC236}">
                <a16:creationId xmlns:a16="http://schemas.microsoft.com/office/drawing/2014/main" id="{82B7216B-04F1-E2CC-935F-9AA2CE5B9E43}"/>
              </a:ext>
            </a:extLst>
          </p:cNvPr>
          <p:cNvSpPr/>
          <p:nvPr/>
        </p:nvSpPr>
        <p:spPr>
          <a:xfrm>
            <a:off x="571500" y="209602"/>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6" name="Picture 25">
            <a:extLst>
              <a:ext uri="{FF2B5EF4-FFF2-40B4-BE49-F238E27FC236}">
                <a16:creationId xmlns:a16="http://schemas.microsoft.com/office/drawing/2014/main" id="{7743FE56-9400-E309-F93C-96E3C8B4AF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1375" y="329389"/>
            <a:ext cx="9163491" cy="586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10296144"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Proposed Solution -</a:t>
            </a:r>
            <a:r>
              <a:rPr lang="en-US" sz="2400" b="1" dirty="0">
                <a:solidFill>
                  <a:schemeClr val="tx2"/>
                </a:solidFill>
                <a:latin typeface="Poppins" panose="00000500000000000000" pitchFamily="2" charset="0"/>
                <a:cs typeface="Poppins" panose="00000500000000000000" pitchFamily="2" charset="0"/>
              </a:rPr>
              <a:t> Describe your Idea/Solution</a:t>
            </a:r>
            <a:r>
              <a:rPr lang="en-US" sz="2400" b="1" u="sng" dirty="0">
                <a:solidFill>
                  <a:schemeClr val="tx2"/>
                </a:solidFill>
                <a:latin typeface="Poppins" panose="00000500000000000000" pitchFamily="2" charset="0"/>
                <a:cs typeface="Poppins" panose="00000500000000000000" pitchFamily="2" charset="0"/>
              </a:rPr>
              <a:t>/</a:t>
            </a:r>
            <a:r>
              <a:rPr lang="en-US" sz="2400" b="1" dirty="0">
                <a:solidFill>
                  <a:schemeClr val="tx2"/>
                </a:solidFill>
                <a:latin typeface="Poppins" panose="00000500000000000000" pitchFamily="2" charset="0"/>
                <a:cs typeface="Poppins" panose="00000500000000000000" pitchFamily="2" charset="0"/>
              </a:rPr>
              <a:t>Prototype</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80" r="-80"/>
          <a:stretch/>
        </p:blipFill>
        <p:spPr>
          <a:xfrm>
            <a:off x="1104595" y="2583180"/>
            <a:ext cx="286207" cy="228600"/>
          </a:xfrm>
          <a:prstGeom prst="rect">
            <a:avLst/>
          </a:prstGeom>
        </p:spPr>
      </p:pic>
      <p:sp>
        <p:nvSpPr>
          <p:cNvPr id="16" name="Text 10"/>
          <p:cNvSpPr txBox="1"/>
          <p:nvPr/>
        </p:nvSpPr>
        <p:spPr>
          <a:xfrm>
            <a:off x="961949" y="3193085"/>
            <a:ext cx="10172700" cy="685800"/>
          </a:xfrm>
          <a:prstGeom prst="rect">
            <a:avLst/>
          </a:prstGeom>
          <a:noFill/>
          <a:ln/>
        </p:spPr>
        <p:txBody>
          <a:bodyPr wrap="square" lIns="0" tIns="0" rIns="0" bIns="0" rtlCol="0" anchor="ctr"/>
          <a:lstStyle/>
          <a:p>
            <a:pPr marL="0" indent="0" algn="l">
              <a:buNone/>
            </a:pPr>
            <a:r>
              <a:rPr lang="en-US" sz="1800" dirty="0">
                <a:solidFill>
                  <a:srgbClr val="AEFF82">
                    <a:alpha val="80000"/>
                  </a:srgbClr>
                </a:solidFill>
                <a:latin typeface="Poppins" pitchFamily="34" charset="0"/>
                <a:ea typeface="Poppins" pitchFamily="34" charset="-122"/>
                <a:cs typeface="Poppins" pitchFamily="34" charset="-120"/>
              </a:rPr>
              <a:t>Describe your idea in detail. Include the methodology, technologies involved, and how it addresses the chosen problem statement.</a:t>
            </a:r>
            <a:endParaRPr lang="en-US" sz="1800" dirty="0"/>
          </a:p>
        </p:txBody>
      </p:sp>
      <p:sp>
        <p:nvSpPr>
          <p:cNvPr id="17" name="Shape 11"/>
          <p:cNvSpPr/>
          <p:nvPr/>
        </p:nvSpPr>
        <p:spPr>
          <a:xfrm>
            <a:off x="961949" y="4134002"/>
            <a:ext cx="10267798" cy="1276502"/>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200607" y="4372661"/>
            <a:ext cx="1367028"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SOLUTION DETAILS</a:t>
            </a:r>
            <a:endParaRPr lang="en-US" sz="1000" dirty="0"/>
          </a:p>
        </p:txBody>
      </p:sp>
      <p:sp>
        <p:nvSpPr>
          <p:cNvPr id="19" name="Text 13"/>
          <p:cNvSpPr txBox="1"/>
          <p:nvPr/>
        </p:nvSpPr>
        <p:spPr>
          <a:xfrm>
            <a:off x="1200607" y="4648810"/>
            <a:ext cx="8996782" cy="505663"/>
          </a:xfrm>
          <a:prstGeom prst="rect">
            <a:avLst/>
          </a:prstGeom>
          <a:noFill/>
          <a:ln/>
        </p:spPr>
        <p:txBody>
          <a:bodyPr wrap="square" lIns="0" tIns="0" rIns="0" bIns="0" rtlCol="0" anchor="t"/>
          <a:lstStyle/>
          <a:p>
            <a:pPr marL="0" indent="0" algn="l">
              <a:buNone/>
            </a:pPr>
            <a:r>
              <a:rPr lang="en-US" sz="1300" i="1" dirty="0">
                <a:solidFill>
                  <a:srgbClr val="FFFFFF">
                    <a:alpha val="70000"/>
                  </a:srgbClr>
                </a:solidFill>
                <a:latin typeface="Poppins" pitchFamily="34" charset="0"/>
                <a:ea typeface="Poppins" pitchFamily="34" charset="-122"/>
                <a:cs typeface="Poppins" pitchFamily="34" charset="-120"/>
              </a:rPr>
              <a:t>Two-stage: DnCNN denoiser (residual learning) on speckle-degraded DIV2K/BSD500 patches, then SRCNN/ESPCN upscales 2x via sub-pixel convolution. L1/L2 + perceptual loss for sharp defect edges. Eval: PSNR/SSIM vs. published baselines across 3 case studies. Stretch: joint U-Net/Real-ESRGAN model.</a:t>
            </a:r>
            <a:endParaRPr lang="en-US" sz="1300" dirty="0"/>
          </a:p>
        </p:txBody>
      </p:sp>
      <p:pic>
        <p:nvPicPr>
          <p:cNvPr id="20" name="Picture 19">
            <a:extLst>
              <a:ext uri="{FF2B5EF4-FFF2-40B4-BE49-F238E27FC236}">
                <a16:creationId xmlns:a16="http://schemas.microsoft.com/office/drawing/2014/main" id="{667D8EB9-0510-8E20-AE50-3B9EC8704685}"/>
              </a:ext>
            </a:extLst>
          </p:cNvPr>
          <p:cNvPicPr>
            <a:picLocks noChangeAspect="1"/>
          </p:cNvPicPr>
          <p:nvPr/>
        </p:nvPicPr>
        <p:blipFill>
          <a:blip r:embed="rId7"/>
          <a:stretch>
            <a:fillRect/>
          </a:stretch>
        </p:blipFill>
        <p:spPr>
          <a:xfrm>
            <a:off x="5292164" y="227710"/>
            <a:ext cx="1607366" cy="783591"/>
          </a:xfrm>
          <a:prstGeom prst="rect">
            <a:avLst/>
          </a:prstGeom>
        </p:spPr>
      </p:pic>
      <p:sp>
        <p:nvSpPr>
          <p:cNvPr id="22" name="Shape 1">
            <a:extLst>
              <a:ext uri="{FF2B5EF4-FFF2-40B4-BE49-F238E27FC236}">
                <a16:creationId xmlns:a16="http://schemas.microsoft.com/office/drawing/2014/main" id="{50164B49-38DE-6195-0A8B-DC6EC6DA2457}"/>
              </a:ext>
            </a:extLst>
          </p:cNvPr>
          <p:cNvSpPr/>
          <p:nvPr/>
        </p:nvSpPr>
        <p:spPr>
          <a:xfrm>
            <a:off x="571500" y="142799"/>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3" name="Picture 22">
            <a:extLst>
              <a:ext uri="{FF2B5EF4-FFF2-40B4-BE49-F238E27FC236}">
                <a16:creationId xmlns:a16="http://schemas.microsoft.com/office/drawing/2014/main" id="{18A68BD0-3127-AC0B-80B4-CA2643B37A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6553" y="276669"/>
            <a:ext cx="9163491" cy="5864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238098"/>
            <a:ext cx="75895" cy="409651"/>
          </a:xfrm>
          <a:prstGeom prst="rect">
            <a:avLst/>
          </a:prstGeom>
          <a:solidFill>
            <a:srgbClr val="88E555"/>
          </a:solidFill>
          <a:ln/>
        </p:spPr>
        <p:txBody>
          <a:bodyPr/>
          <a:lstStyle/>
          <a:p>
            <a:endParaRPr lang="en-IN"/>
          </a:p>
        </p:txBody>
      </p:sp>
      <p:sp>
        <p:nvSpPr>
          <p:cNvPr id="8" name="Text 3"/>
          <p:cNvSpPr txBox="1"/>
          <p:nvPr/>
        </p:nvSpPr>
        <p:spPr>
          <a:xfrm>
            <a:off x="838505" y="1200607"/>
            <a:ext cx="78245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Technology &amp; Feasibility/Methodology Used</a:t>
            </a:r>
            <a:endParaRPr lang="en-US" sz="2600" dirty="0"/>
          </a:p>
        </p:txBody>
      </p:sp>
      <p:sp>
        <p:nvSpPr>
          <p:cNvPr id="9" name="Shape 4"/>
          <p:cNvSpPr/>
          <p:nvPr/>
        </p:nvSpPr>
        <p:spPr>
          <a:xfrm>
            <a:off x="571500" y="1879092"/>
            <a:ext cx="11048695" cy="4695444"/>
          </a:xfrm>
          <a:prstGeom prst="roundRect">
            <a:avLst>
              <a:gd name="adj" fmla="val 63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79092"/>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79092"/>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269541"/>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133856" y="2440534"/>
            <a:ext cx="228600" cy="228600"/>
          </a:xfrm>
          <a:prstGeom prst="rect">
            <a:avLst/>
          </a:prstGeom>
        </p:spPr>
      </p:pic>
      <p:sp>
        <p:nvSpPr>
          <p:cNvPr id="16" name="Text 10"/>
          <p:cNvSpPr txBox="1"/>
          <p:nvPr/>
        </p:nvSpPr>
        <p:spPr>
          <a:xfrm>
            <a:off x="1762049" y="2287829"/>
            <a:ext cx="9344254" cy="685800"/>
          </a:xfrm>
          <a:prstGeom prst="rect">
            <a:avLst/>
          </a:prstGeom>
          <a:noFill/>
          <a:ln/>
        </p:spPr>
        <p:txBody>
          <a:bodyPr wrap="square" lIns="0" tIns="0" rIns="0" bIns="0" rtlCol="0" anchor="ctr"/>
          <a:lstStyle/>
          <a:p>
            <a:pPr marL="0" indent="0" algn="l">
              <a:buNone/>
            </a:pPr>
            <a:r>
              <a:rPr lang="en-US" sz="1800" dirty="0">
                <a:solidFill>
                  <a:srgbClr val="AEFF82">
                    <a:alpha val="90000"/>
                  </a:srgbClr>
                </a:solidFill>
                <a:latin typeface="Poppins" pitchFamily="34" charset="0"/>
                <a:ea typeface="Poppins" pitchFamily="34" charset="-122"/>
                <a:cs typeface="Poppins" pitchFamily="34" charset="-120"/>
              </a:rPr>
              <a:t>Describe the technologies, methodologies, or tools you plan to use to implement your idea.</a:t>
            </a:r>
            <a:endParaRPr lang="en-US" sz="1800" dirty="0"/>
          </a:p>
        </p:txBody>
      </p:sp>
      <p:sp>
        <p:nvSpPr>
          <p:cNvPr id="17" name="Shape 11"/>
          <p:cNvSpPr/>
          <p:nvPr/>
        </p:nvSpPr>
        <p:spPr>
          <a:xfrm>
            <a:off x="1762049" y="3238805"/>
            <a:ext cx="9467698" cy="1276502"/>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2000707" y="3477463"/>
            <a:ext cx="2033626"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IMPLEMENTATION STRATEGY</a:t>
            </a:r>
            <a:endParaRPr lang="en-US" sz="1000" dirty="0"/>
          </a:p>
        </p:txBody>
      </p:sp>
      <p:sp>
        <p:nvSpPr>
          <p:cNvPr id="19" name="Text 13"/>
          <p:cNvSpPr txBox="1"/>
          <p:nvPr/>
        </p:nvSpPr>
        <p:spPr>
          <a:xfrm>
            <a:off x="2000707" y="3753612"/>
            <a:ext cx="8748979" cy="505663"/>
          </a:xfrm>
          <a:prstGeom prst="rect">
            <a:avLst/>
          </a:prstGeom>
          <a:noFill/>
          <a:ln/>
        </p:spPr>
        <p:txBody>
          <a:bodyPr wrap="square" lIns="0" tIns="0" rIns="0" bIns="0" rtlCol="0" anchor="t"/>
          <a:lstStyle/>
          <a:p>
            <a:pPr marL="0" indent="0" algn="l">
              <a:buNone/>
            </a:pPr>
            <a:r>
              <a:rPr lang="en-US" sz="1300" i="1" dirty="0">
                <a:solidFill>
                  <a:srgbClr val="FFFFFF">
                    <a:alpha val="70000"/>
                  </a:srgbClr>
                </a:solidFill>
                <a:latin typeface="Poppins" pitchFamily="34" charset="0"/>
                <a:ea typeface="Poppins" pitchFamily="34" charset="-122"/>
                <a:cs typeface="Poppins" pitchFamily="34" charset="-120"/>
              </a:rPr>
              <a:t>PyTorch (dynamic graph, matches all reference implementations); NumPy+OpenCV for the synthetic degradation pipeline; scikit-image for PSNR/SSIM; Matplotlib for comparison figures; CUDA GPU for training, patch-based (40-64px), Adam optimizer, 50-100 epochs.</a:t>
            </a:r>
            <a:endParaRPr lang="en-US" sz="1300" dirty="0"/>
          </a:p>
        </p:txBody>
      </p:sp>
      <p:sp>
        <p:nvSpPr>
          <p:cNvPr id="20" name="Shape 14"/>
          <p:cNvSpPr/>
          <p:nvPr/>
        </p:nvSpPr>
        <p:spPr>
          <a:xfrm>
            <a:off x="961949"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1" name="Image 4" descr="preencoded.png"/>
          <p:cNvPicPr>
            <a:picLocks noChangeAspect="1"/>
          </p:cNvPicPr>
          <p:nvPr/>
        </p:nvPicPr>
        <p:blipFill>
          <a:blip r:embed="rId7"/>
          <a:srcRect t="-45" b="-45"/>
          <a:stretch/>
        </p:blipFill>
        <p:spPr>
          <a:xfrm>
            <a:off x="2481682" y="5451653"/>
            <a:ext cx="256946" cy="228600"/>
          </a:xfrm>
          <a:prstGeom prst="rect">
            <a:avLst/>
          </a:prstGeom>
        </p:spPr>
      </p:pic>
      <p:sp>
        <p:nvSpPr>
          <p:cNvPr id="22" name="Text 15"/>
          <p:cNvSpPr txBox="1"/>
          <p:nvPr/>
        </p:nvSpPr>
        <p:spPr>
          <a:xfrm>
            <a:off x="1861718" y="5823814"/>
            <a:ext cx="160843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Software Architecture</a:t>
            </a:r>
            <a:endParaRPr lang="en-US" sz="1000" dirty="0"/>
          </a:p>
        </p:txBody>
      </p:sp>
      <p:sp>
        <p:nvSpPr>
          <p:cNvPr id="23" name="Shape 16"/>
          <p:cNvSpPr/>
          <p:nvPr/>
        </p:nvSpPr>
        <p:spPr>
          <a:xfrm>
            <a:off x="4448556"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4" name="Image 5" descr="preencoded.png"/>
          <p:cNvPicPr>
            <a:picLocks noChangeAspect="1"/>
          </p:cNvPicPr>
          <p:nvPr/>
        </p:nvPicPr>
        <p:blipFill>
          <a:blip r:embed="rId8"/>
          <a:srcRect/>
          <a:stretch/>
        </p:blipFill>
        <p:spPr>
          <a:xfrm>
            <a:off x="5982005" y="5451653"/>
            <a:ext cx="228600" cy="228600"/>
          </a:xfrm>
          <a:prstGeom prst="rect">
            <a:avLst/>
          </a:prstGeom>
        </p:spPr>
      </p:pic>
      <p:sp>
        <p:nvSpPr>
          <p:cNvPr id="25" name="Text 17"/>
          <p:cNvSpPr txBox="1"/>
          <p:nvPr/>
        </p:nvSpPr>
        <p:spPr>
          <a:xfrm>
            <a:off x="5287061" y="5823814"/>
            <a:ext cx="172273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Hardware Components</a:t>
            </a:r>
            <a:endParaRPr lang="en-US" sz="1000" dirty="0"/>
          </a:p>
        </p:txBody>
      </p:sp>
      <p:sp>
        <p:nvSpPr>
          <p:cNvPr id="26" name="Shape 18"/>
          <p:cNvSpPr/>
          <p:nvPr/>
        </p:nvSpPr>
        <p:spPr>
          <a:xfrm>
            <a:off x="7934249" y="5252314"/>
            <a:ext cx="3295498" cy="933602"/>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7" name="Image 6" descr="preencoded.png"/>
          <p:cNvPicPr>
            <a:picLocks noChangeAspect="1"/>
          </p:cNvPicPr>
          <p:nvPr/>
        </p:nvPicPr>
        <p:blipFill>
          <a:blip r:embed="rId9"/>
          <a:srcRect/>
          <a:stretch/>
        </p:blipFill>
        <p:spPr>
          <a:xfrm>
            <a:off x="9467698" y="5451653"/>
            <a:ext cx="228600" cy="228600"/>
          </a:xfrm>
          <a:prstGeom prst="rect">
            <a:avLst/>
          </a:prstGeom>
        </p:spPr>
      </p:pic>
      <p:sp>
        <p:nvSpPr>
          <p:cNvPr id="28" name="Text 19"/>
          <p:cNvSpPr txBox="1"/>
          <p:nvPr/>
        </p:nvSpPr>
        <p:spPr>
          <a:xfrm>
            <a:off x="8919058" y="5823814"/>
            <a:ext cx="1436522"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Development Tools</a:t>
            </a:r>
            <a:endParaRPr lang="en-US" sz="1000" dirty="0"/>
          </a:p>
        </p:txBody>
      </p:sp>
      <p:pic>
        <p:nvPicPr>
          <p:cNvPr id="29" name="Picture 28">
            <a:extLst>
              <a:ext uri="{FF2B5EF4-FFF2-40B4-BE49-F238E27FC236}">
                <a16:creationId xmlns:a16="http://schemas.microsoft.com/office/drawing/2014/main" id="{DA9CA506-8684-B4DC-6650-2E5F61A7B031}"/>
              </a:ext>
            </a:extLst>
          </p:cNvPr>
          <p:cNvPicPr>
            <a:picLocks noChangeAspect="1"/>
          </p:cNvPicPr>
          <p:nvPr/>
        </p:nvPicPr>
        <p:blipFill>
          <a:blip r:embed="rId10"/>
          <a:stretch>
            <a:fillRect/>
          </a:stretch>
        </p:blipFill>
        <p:spPr>
          <a:xfrm>
            <a:off x="5344743" y="228600"/>
            <a:ext cx="1607366" cy="783591"/>
          </a:xfrm>
          <a:prstGeom prst="rect">
            <a:avLst/>
          </a:prstGeom>
        </p:spPr>
      </p:pic>
      <p:sp>
        <p:nvSpPr>
          <p:cNvPr id="31" name="Shape 1">
            <a:extLst>
              <a:ext uri="{FF2B5EF4-FFF2-40B4-BE49-F238E27FC236}">
                <a16:creationId xmlns:a16="http://schemas.microsoft.com/office/drawing/2014/main" id="{10B6379C-1BCE-6784-4600-934501FC5F97}"/>
              </a:ext>
            </a:extLst>
          </p:cNvPr>
          <p:cNvSpPr/>
          <p:nvPr/>
        </p:nvSpPr>
        <p:spPr>
          <a:xfrm>
            <a:off x="571500" y="240793"/>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2" name="Picture 31">
            <a:extLst>
              <a:ext uri="{FF2B5EF4-FFF2-40B4-BE49-F238E27FC236}">
                <a16:creationId xmlns:a16="http://schemas.microsoft.com/office/drawing/2014/main" id="{0D18A824-BCDE-0A33-4245-E3C168F9E6D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14101" y="378206"/>
            <a:ext cx="9163491" cy="5864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36045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GitHub &amp; Video Link</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1190549" y="2696566"/>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15" name="Shape 10"/>
          <p:cNvSpPr/>
          <p:nvPr/>
        </p:nvSpPr>
        <p:spPr>
          <a:xfrm>
            <a:off x="1429207" y="3087014"/>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16" name="Image 3" descr="preencoded.png"/>
          <p:cNvPicPr>
            <a:picLocks noChangeAspect="1"/>
          </p:cNvPicPr>
          <p:nvPr/>
        </p:nvPicPr>
        <p:blipFill>
          <a:blip r:embed="rId6"/>
          <a:srcRect l="-237" r="-237"/>
          <a:stretch/>
        </p:blipFill>
        <p:spPr>
          <a:xfrm>
            <a:off x="1595628" y="3248863"/>
            <a:ext cx="333756" cy="342900"/>
          </a:xfrm>
          <a:prstGeom prst="rect">
            <a:avLst/>
          </a:prstGeom>
        </p:spPr>
      </p:pic>
      <p:sp>
        <p:nvSpPr>
          <p:cNvPr id="17" name="Text 11"/>
          <p:cNvSpPr txBox="1"/>
          <p:nvPr/>
        </p:nvSpPr>
        <p:spPr>
          <a:xfrm>
            <a:off x="2400300" y="2934310"/>
            <a:ext cx="2000707"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GitHub Repository</a:t>
            </a:r>
            <a:endParaRPr lang="en-US" sz="1500" dirty="0"/>
          </a:p>
        </p:txBody>
      </p:sp>
      <p:sp>
        <p:nvSpPr>
          <p:cNvPr id="18" name="Shape 12"/>
          <p:cNvSpPr/>
          <p:nvPr/>
        </p:nvSpPr>
        <p:spPr>
          <a:xfrm>
            <a:off x="2400300" y="3315614"/>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19" name="Image 4" descr="preencoded.png"/>
          <p:cNvPicPr>
            <a:picLocks noChangeAspect="1"/>
          </p:cNvPicPr>
          <p:nvPr/>
        </p:nvPicPr>
        <p:blipFill>
          <a:blip r:embed="rId7"/>
          <a:srcRect t="-180" b="-180"/>
          <a:stretch/>
        </p:blipFill>
        <p:spPr>
          <a:xfrm>
            <a:off x="2562149" y="3535070"/>
            <a:ext cx="190195" cy="152705"/>
          </a:xfrm>
          <a:prstGeom prst="rect">
            <a:avLst/>
          </a:prstGeom>
        </p:spPr>
      </p:pic>
      <p:sp>
        <p:nvSpPr>
          <p:cNvPr id="20" name="Text 13"/>
          <p:cNvSpPr txBox="1"/>
          <p:nvPr/>
        </p:nvSpPr>
        <p:spPr>
          <a:xfrm>
            <a:off x="2866644" y="3487522"/>
            <a:ext cx="3891686" cy="238658"/>
          </a:xfrm>
          <a:prstGeom prst="rect">
            <a:avLst/>
          </a:prstGeom>
          <a:noFill/>
          <a:ln/>
        </p:spPr>
        <p:txBody>
          <a:bodyPr wrap="square" lIns="0" tIns="0" rIns="0" bIns="0" rtlCol="0" anchor="t"/>
          <a:lstStyle/>
          <a:p>
            <a:pPr marL="0" indent="0" algn="l">
              <a:buNone/>
            </a:pPr>
            <a:r>
              <a:rPr lang="en-US" sz="1300" i="1" dirty="0">
                <a:solidFill>
                  <a:srgbClr val="D1D5DB"/>
                </a:solidFill>
                <a:latin typeface="Poppins" pitchFamily="34" charset="0"/>
                <a:ea typeface="Poppins" pitchFamily="34" charset="-122"/>
                <a:cs typeface="Poppins" pitchFamily="34" charset="-120"/>
              </a:rPr>
              <a:t>https://github.com/&lt;your-username&gt;/kla-image-restoration</a:t>
            </a:r>
            <a:endParaRPr lang="en-US" sz="1300" dirty="0"/>
          </a:p>
        </p:txBody>
      </p:sp>
      <p:sp>
        <p:nvSpPr>
          <p:cNvPr id="21" name="Shape 14"/>
          <p:cNvSpPr/>
          <p:nvPr/>
        </p:nvSpPr>
        <p:spPr>
          <a:xfrm>
            <a:off x="1190549" y="4449470"/>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22" name="Shape 15"/>
          <p:cNvSpPr/>
          <p:nvPr/>
        </p:nvSpPr>
        <p:spPr>
          <a:xfrm>
            <a:off x="1429207" y="4839919"/>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23" name="Image 5" descr="preencoded.png"/>
          <p:cNvPicPr>
            <a:picLocks noChangeAspect="1"/>
          </p:cNvPicPr>
          <p:nvPr/>
        </p:nvPicPr>
        <p:blipFill>
          <a:blip r:embed="rId8"/>
          <a:srcRect l="-607" r="-607"/>
          <a:stretch/>
        </p:blipFill>
        <p:spPr>
          <a:xfrm>
            <a:off x="1567282" y="5001768"/>
            <a:ext cx="390449" cy="342900"/>
          </a:xfrm>
          <a:prstGeom prst="rect">
            <a:avLst/>
          </a:prstGeom>
        </p:spPr>
      </p:pic>
      <p:sp>
        <p:nvSpPr>
          <p:cNvPr id="24" name="Text 16"/>
          <p:cNvSpPr txBox="1"/>
          <p:nvPr/>
        </p:nvSpPr>
        <p:spPr>
          <a:xfrm>
            <a:off x="2400300" y="4687214"/>
            <a:ext cx="3086100"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Prototype / Simulation Video</a:t>
            </a:r>
            <a:endParaRPr lang="en-US" sz="1500" dirty="0"/>
          </a:p>
        </p:txBody>
      </p:sp>
      <p:sp>
        <p:nvSpPr>
          <p:cNvPr id="25" name="Shape 17"/>
          <p:cNvSpPr/>
          <p:nvPr/>
        </p:nvSpPr>
        <p:spPr>
          <a:xfrm>
            <a:off x="2400300" y="5068519"/>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26" name="Image 6" descr="preencoded.png"/>
          <p:cNvPicPr>
            <a:picLocks noChangeAspect="1"/>
          </p:cNvPicPr>
          <p:nvPr/>
        </p:nvPicPr>
        <p:blipFill>
          <a:blip r:embed="rId9"/>
          <a:srcRect l="-33" r="-33"/>
          <a:stretch/>
        </p:blipFill>
        <p:spPr>
          <a:xfrm>
            <a:off x="2562149" y="5287061"/>
            <a:ext cx="171907" cy="152705"/>
          </a:xfrm>
          <a:prstGeom prst="rect">
            <a:avLst/>
          </a:prstGeom>
        </p:spPr>
      </p:pic>
      <p:sp>
        <p:nvSpPr>
          <p:cNvPr id="27" name="Text 18"/>
          <p:cNvSpPr txBox="1"/>
          <p:nvPr/>
        </p:nvSpPr>
        <p:spPr>
          <a:xfrm>
            <a:off x="2848356" y="5239512"/>
            <a:ext cx="6053328" cy="238658"/>
          </a:xfrm>
          <a:prstGeom prst="rect">
            <a:avLst/>
          </a:prstGeom>
          <a:noFill/>
          <a:ln/>
        </p:spPr>
        <p:txBody>
          <a:bodyPr wrap="square" lIns="0" tIns="0" rIns="0" bIns="0" rtlCol="0" anchor="t"/>
          <a:lstStyle/>
          <a:p>
            <a:pPr marL="0" indent="0" algn="l">
              <a:buNone/>
            </a:pPr>
            <a:r>
              <a:rPr lang="en-US" sz="1300" i="1" dirty="0">
                <a:solidFill>
                  <a:srgbClr val="D1D5DB"/>
                </a:solidFill>
                <a:latin typeface="Poppins" pitchFamily="34" charset="0"/>
                <a:ea typeface="Poppins" pitchFamily="34" charset="-122"/>
                <a:cs typeface="Poppins" pitchFamily="34" charset="-120"/>
              </a:rPr>
              <a:t>https://&lt;video-link&gt; — demo of two-stage denoise+SR restoring sample images</a:t>
            </a:r>
            <a:endParaRPr lang="en-US" sz="1300" dirty="0"/>
          </a:p>
        </p:txBody>
      </p:sp>
      <p:pic>
        <p:nvPicPr>
          <p:cNvPr id="28" name="Picture 27">
            <a:extLst>
              <a:ext uri="{FF2B5EF4-FFF2-40B4-BE49-F238E27FC236}">
                <a16:creationId xmlns:a16="http://schemas.microsoft.com/office/drawing/2014/main" id="{DAC5205F-3589-4B54-7039-C1C70523478B}"/>
              </a:ext>
            </a:extLst>
          </p:cNvPr>
          <p:cNvPicPr>
            <a:picLocks noChangeAspect="1"/>
          </p:cNvPicPr>
          <p:nvPr/>
        </p:nvPicPr>
        <p:blipFill>
          <a:blip r:embed="rId10"/>
          <a:stretch>
            <a:fillRect/>
          </a:stretch>
        </p:blipFill>
        <p:spPr>
          <a:xfrm>
            <a:off x="5292164" y="227710"/>
            <a:ext cx="1607366" cy="783591"/>
          </a:xfrm>
          <a:prstGeom prst="rect">
            <a:avLst/>
          </a:prstGeom>
        </p:spPr>
      </p:pic>
      <p:sp>
        <p:nvSpPr>
          <p:cNvPr id="30" name="Shape 1">
            <a:extLst>
              <a:ext uri="{FF2B5EF4-FFF2-40B4-BE49-F238E27FC236}">
                <a16:creationId xmlns:a16="http://schemas.microsoft.com/office/drawing/2014/main" id="{89A93441-4E5C-0FCA-6BDD-16AB2E1B711C}"/>
              </a:ext>
            </a:extLst>
          </p:cNvPr>
          <p:cNvSpPr/>
          <p:nvPr/>
        </p:nvSpPr>
        <p:spPr>
          <a:xfrm>
            <a:off x="571500" y="16794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1" name="Picture 30">
            <a:extLst>
              <a:ext uri="{FF2B5EF4-FFF2-40B4-BE49-F238E27FC236}">
                <a16:creationId xmlns:a16="http://schemas.microsoft.com/office/drawing/2014/main" id="{73E0C32B-9271-FA34-86BB-7D95EB5AB34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14101" y="297181"/>
            <a:ext cx="9163491" cy="586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190549"/>
            <a:ext cx="75895" cy="409651"/>
          </a:xfrm>
          <a:prstGeom prst="rect">
            <a:avLst/>
          </a:prstGeom>
          <a:solidFill>
            <a:srgbClr val="88E555"/>
          </a:solidFill>
          <a:ln/>
        </p:spPr>
        <p:txBody>
          <a:bodyPr/>
          <a:lstStyle/>
          <a:p>
            <a:endParaRPr lang="en-IN"/>
          </a:p>
        </p:txBody>
      </p:sp>
      <p:sp>
        <p:nvSpPr>
          <p:cNvPr id="8" name="Text 3"/>
          <p:cNvSpPr txBox="1"/>
          <p:nvPr/>
        </p:nvSpPr>
        <p:spPr>
          <a:xfrm>
            <a:off x="838505" y="1152144"/>
            <a:ext cx="46241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Research and References</a:t>
            </a:r>
            <a:endParaRPr lang="en-US" sz="2600" dirty="0"/>
          </a:p>
        </p:txBody>
      </p:sp>
      <p:sp>
        <p:nvSpPr>
          <p:cNvPr id="9" name="Shape 4"/>
          <p:cNvSpPr/>
          <p:nvPr/>
        </p:nvSpPr>
        <p:spPr>
          <a:xfrm>
            <a:off x="571500" y="1830629"/>
            <a:ext cx="11048695" cy="4743907"/>
          </a:xfrm>
          <a:prstGeom prst="roundRect">
            <a:avLst>
              <a:gd name="adj" fmla="val 619"/>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30629"/>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30629"/>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173529"/>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086307" y="2297887"/>
            <a:ext cx="228600" cy="228600"/>
          </a:xfrm>
          <a:prstGeom prst="rect">
            <a:avLst/>
          </a:prstGeom>
        </p:spPr>
      </p:pic>
      <p:sp>
        <p:nvSpPr>
          <p:cNvPr id="16" name="Text 10"/>
          <p:cNvSpPr txBox="1"/>
          <p:nvPr/>
        </p:nvSpPr>
        <p:spPr>
          <a:xfrm>
            <a:off x="1628546" y="2173529"/>
            <a:ext cx="3810305"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Research Background &amp; Methodology</a:t>
            </a:r>
            <a:endParaRPr lang="en-US" sz="1500" dirty="0"/>
          </a:p>
        </p:txBody>
      </p:sp>
      <p:sp>
        <p:nvSpPr>
          <p:cNvPr id="17" name="Text 11"/>
          <p:cNvSpPr txBox="1"/>
          <p:nvPr/>
        </p:nvSpPr>
        <p:spPr>
          <a:xfrm>
            <a:off x="1628546" y="2516429"/>
            <a:ext cx="5701284" cy="191110"/>
          </a:xfrm>
          <a:prstGeom prst="rect">
            <a:avLst/>
          </a:prstGeom>
          <a:noFill/>
          <a:ln/>
        </p:spPr>
        <p:txBody>
          <a:bodyPr wrap="square" lIns="0" tIns="0" rIns="0" bIns="0" rtlCol="0" anchor="ctr"/>
          <a:lstStyle/>
          <a:p>
            <a:pPr marL="0" indent="0" algn="l">
              <a:buNone/>
            </a:pPr>
            <a:r>
              <a:rPr lang="en-US" sz="1000" dirty="0">
                <a:solidFill>
                  <a:srgbClr val="D1D5DB"/>
                </a:solidFill>
                <a:latin typeface="Poppins" pitchFamily="34" charset="0"/>
                <a:ea typeface="Poppins" pitchFamily="34" charset="-122"/>
                <a:cs typeface="Poppins" pitchFamily="34" charset="-120"/>
              </a:rPr>
              <a:t>Briefly describe the research foundation or scientific principles supporting your idea.</a:t>
            </a:r>
            <a:endParaRPr lang="en-US" sz="1000" dirty="0"/>
          </a:p>
        </p:txBody>
      </p:sp>
      <p:sp>
        <p:nvSpPr>
          <p:cNvPr id="18" name="Shape 12"/>
          <p:cNvSpPr/>
          <p:nvPr/>
        </p:nvSpPr>
        <p:spPr>
          <a:xfrm>
            <a:off x="1628546" y="2783434"/>
            <a:ext cx="9601200" cy="1067105"/>
          </a:xfrm>
          <a:prstGeom prst="roundRect">
            <a:avLst>
              <a:gd name="adj" fmla="val 6121"/>
            </a:avLst>
          </a:prstGeom>
          <a:solidFill>
            <a:srgbClr val="1E3A8A">
              <a:alpha val="40000"/>
            </a:srgbClr>
          </a:solidFill>
          <a:ln w="12700">
            <a:solidFill>
              <a:srgbClr val="1D4ED8"/>
            </a:solidFill>
            <a:prstDash val="solid"/>
          </a:ln>
        </p:spPr>
        <p:txBody>
          <a:bodyPr/>
          <a:lstStyle/>
          <a:p>
            <a:endParaRPr lang="en-IN"/>
          </a:p>
        </p:txBody>
      </p:sp>
      <p:sp>
        <p:nvSpPr>
          <p:cNvPr id="19" name="Text 13"/>
          <p:cNvSpPr txBox="1"/>
          <p:nvPr/>
        </p:nvSpPr>
        <p:spPr>
          <a:xfrm>
            <a:off x="1790395" y="2945282"/>
            <a:ext cx="5544007" cy="219456"/>
          </a:xfrm>
          <a:prstGeom prst="rect">
            <a:avLst/>
          </a:prstGeom>
          <a:noFill/>
          <a:ln/>
        </p:spPr>
        <p:txBody>
          <a:bodyPr wrap="square" lIns="0" tIns="0" rIns="0" bIns="0" rtlCol="0" anchor="t"/>
          <a:lstStyle/>
          <a:p>
            <a:pPr marL="0" indent="0" algn="l">
              <a:buNone/>
            </a:pPr>
            <a:r>
              <a:rPr lang="en-US" sz="1200" i="1" dirty="0">
                <a:solidFill>
                  <a:srgbClr val="FFFFFF">
                    <a:alpha val="70000"/>
                  </a:srgbClr>
                </a:solidFill>
                <a:latin typeface="Poppins" pitchFamily="34" charset="0"/>
                <a:ea typeface="Poppins" pitchFamily="34" charset="-122"/>
                <a:cs typeface="Poppins" pitchFamily="34" charset="-120"/>
              </a:rPr>
              <a:t>Residual-learning denoising (DnCNN) and sub-pixel-convolution super-resolution (SRCNN/ESPCN) as a two-stage baseline, with joint U-Net/Real-ESRGAN-style restoration as the stretch target for correlated noise+resolution degradation.</a:t>
            </a:r>
            <a:endParaRPr lang="en-US" sz="1200" dirty="0"/>
          </a:p>
        </p:txBody>
      </p:sp>
      <p:sp>
        <p:nvSpPr>
          <p:cNvPr id="20" name="Shape 14"/>
          <p:cNvSpPr/>
          <p:nvPr/>
        </p:nvSpPr>
        <p:spPr>
          <a:xfrm>
            <a:off x="961949" y="4155034"/>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21" name="Image 4" descr="preencoded.png"/>
          <p:cNvPicPr>
            <a:picLocks noChangeAspect="1"/>
          </p:cNvPicPr>
          <p:nvPr/>
        </p:nvPicPr>
        <p:blipFill>
          <a:blip r:embed="rId7"/>
          <a:srcRect l="-80" r="-80"/>
          <a:stretch/>
        </p:blipFill>
        <p:spPr>
          <a:xfrm>
            <a:off x="1057046" y="4279392"/>
            <a:ext cx="286207" cy="228600"/>
          </a:xfrm>
          <a:prstGeom prst="rect">
            <a:avLst/>
          </a:prstGeom>
        </p:spPr>
      </p:pic>
      <p:sp>
        <p:nvSpPr>
          <p:cNvPr id="22" name="Text 15"/>
          <p:cNvSpPr txBox="1"/>
          <p:nvPr/>
        </p:nvSpPr>
        <p:spPr>
          <a:xfrm>
            <a:off x="1628546" y="4155034"/>
            <a:ext cx="2343607"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References &amp; Citations</a:t>
            </a:r>
            <a:endParaRPr lang="en-US" sz="1500" dirty="0"/>
          </a:p>
        </p:txBody>
      </p:sp>
      <p:sp>
        <p:nvSpPr>
          <p:cNvPr id="23" name="Text 16"/>
          <p:cNvSpPr txBox="1"/>
          <p:nvPr/>
        </p:nvSpPr>
        <p:spPr>
          <a:xfrm>
            <a:off x="1628546" y="4497934"/>
            <a:ext cx="2767889" cy="191110"/>
          </a:xfrm>
          <a:prstGeom prst="rect">
            <a:avLst/>
          </a:prstGeom>
          <a:noFill/>
          <a:ln/>
        </p:spPr>
        <p:txBody>
          <a:bodyPr wrap="square" lIns="0" tIns="0" rIns="0" bIns="0" rtlCol="0" anchor="ctr"/>
          <a:lstStyle/>
          <a:p>
            <a:pPr marL="0" indent="0" algn="l">
              <a:buNone/>
            </a:pPr>
            <a:r>
              <a:rPr lang="en-US" sz="1000" dirty="0">
                <a:solidFill>
                  <a:srgbClr val="D1D5DB"/>
                </a:solidFill>
                <a:latin typeface="Poppins" pitchFamily="34" charset="0"/>
                <a:ea typeface="Poppins" pitchFamily="34" charset="-122"/>
                <a:cs typeface="Poppins" pitchFamily="34" charset="-120"/>
              </a:rPr>
              <a:t>List key papers, articles, or data sources.</a:t>
            </a:r>
            <a:endParaRPr lang="en-US" sz="1000" dirty="0"/>
          </a:p>
        </p:txBody>
      </p:sp>
      <p:sp>
        <p:nvSpPr>
          <p:cNvPr id="24" name="Shape 17"/>
          <p:cNvSpPr/>
          <p:nvPr/>
        </p:nvSpPr>
        <p:spPr>
          <a:xfrm>
            <a:off x="1628546" y="4764938"/>
            <a:ext cx="9601200" cy="1410005"/>
          </a:xfrm>
          <a:prstGeom prst="roundRect">
            <a:avLst>
              <a:gd name="adj" fmla="val 3505"/>
            </a:avLst>
          </a:prstGeom>
          <a:solidFill>
            <a:srgbClr val="1E3A8A">
              <a:alpha val="40000"/>
            </a:srgbClr>
          </a:solidFill>
          <a:ln w="12700">
            <a:solidFill>
              <a:srgbClr val="1D4ED8"/>
            </a:solidFill>
            <a:prstDash val="solid"/>
          </a:ln>
        </p:spPr>
        <p:txBody>
          <a:bodyPr/>
          <a:lstStyle/>
          <a:p>
            <a:endParaRPr lang="en-IN"/>
          </a:p>
        </p:txBody>
      </p:sp>
      <p:sp>
        <p:nvSpPr>
          <p:cNvPr id="25" name="Shape 18"/>
          <p:cNvSpPr/>
          <p:nvPr/>
        </p:nvSpPr>
        <p:spPr>
          <a:xfrm>
            <a:off x="1790395" y="5232197"/>
            <a:ext cx="9277502" cy="9144"/>
          </a:xfrm>
          <a:prstGeom prst="rect">
            <a:avLst/>
          </a:prstGeom>
          <a:solidFill>
            <a:srgbClr val="1E40AF">
              <a:alpha val="30000"/>
            </a:srgbClr>
          </a:solidFill>
          <a:ln/>
        </p:spPr>
        <p:txBody>
          <a:bodyPr/>
          <a:lstStyle/>
          <a:p>
            <a:endParaRPr lang="en-IN"/>
          </a:p>
        </p:txBody>
      </p:sp>
      <p:sp>
        <p:nvSpPr>
          <p:cNvPr id="26" name="Text 19"/>
          <p:cNvSpPr txBox="1"/>
          <p:nvPr/>
        </p:nvSpPr>
        <p:spPr>
          <a:xfrm>
            <a:off x="1790395" y="4926787"/>
            <a:ext cx="3219602" cy="228600"/>
          </a:xfrm>
          <a:prstGeom prst="rect">
            <a:avLst/>
          </a:prstGeom>
          <a:noFill/>
          <a:ln/>
        </p:spPr>
        <p:txBody>
          <a:bodyPr wrap="square" lIns="0" tIns="0" rIns="0" bIns="0" rtlCol="0" anchor="t"/>
          <a:lstStyle/>
          <a:p>
            <a:pPr marL="0" indent="0" algn="l">
              <a:buNone/>
            </a:pPr>
            <a:r>
              <a:rPr lang="en-US" sz="1200" dirty="0">
                <a:solidFill>
                  <a:srgbClr val="FFFFFF">
                    <a:alpha val="80000"/>
                  </a:srgbClr>
                </a:solidFill>
                <a:latin typeface="Poppins" pitchFamily="34" charset="0"/>
                <a:ea typeface="Poppins" pitchFamily="34" charset="-122"/>
                <a:cs typeface="Poppins" pitchFamily="34" charset="-120"/>
              </a:rPr>
              <a:t>Zhang et al. — DnCNN: residual-learning image denoising.</a:t>
            </a:r>
            <a:endParaRPr lang="en-US" sz="1200" dirty="0"/>
          </a:p>
        </p:txBody>
      </p:sp>
      <p:sp>
        <p:nvSpPr>
          <p:cNvPr id="27" name="Shape 20"/>
          <p:cNvSpPr/>
          <p:nvPr/>
        </p:nvSpPr>
        <p:spPr>
          <a:xfrm>
            <a:off x="1790395" y="5661050"/>
            <a:ext cx="9277502" cy="9144"/>
          </a:xfrm>
          <a:prstGeom prst="rect">
            <a:avLst/>
          </a:prstGeom>
          <a:solidFill>
            <a:srgbClr val="1E40AF">
              <a:alpha val="30000"/>
            </a:srgbClr>
          </a:solidFill>
          <a:ln/>
        </p:spPr>
        <p:txBody>
          <a:bodyPr/>
          <a:lstStyle/>
          <a:p>
            <a:endParaRPr lang="en-IN"/>
          </a:p>
        </p:txBody>
      </p:sp>
      <p:sp>
        <p:nvSpPr>
          <p:cNvPr id="28" name="Text 21"/>
          <p:cNvSpPr txBox="1"/>
          <p:nvPr/>
        </p:nvSpPr>
        <p:spPr>
          <a:xfrm>
            <a:off x="1790395" y="5355641"/>
            <a:ext cx="3258007" cy="228600"/>
          </a:xfrm>
          <a:prstGeom prst="rect">
            <a:avLst/>
          </a:prstGeom>
          <a:noFill/>
          <a:ln/>
        </p:spPr>
        <p:txBody>
          <a:bodyPr wrap="square" lIns="0" tIns="0" rIns="0" bIns="0" rtlCol="0" anchor="t"/>
          <a:lstStyle/>
          <a:p>
            <a:pPr marL="0" indent="0" algn="l">
              <a:buNone/>
            </a:pPr>
            <a:r>
              <a:rPr lang="en-US" sz="1200" dirty="0">
                <a:solidFill>
                  <a:srgbClr val="FFFFFF">
                    <a:alpha val="80000"/>
                  </a:srgbClr>
                </a:solidFill>
                <a:latin typeface="Poppins" pitchFamily="34" charset="0"/>
                <a:ea typeface="Poppins" pitchFamily="34" charset="-122"/>
                <a:cs typeface="Poppins" pitchFamily="34" charset="-120"/>
              </a:rPr>
              <a:t>Dong et al. — SRCNN: first CNN-based super-resolution model.</a:t>
            </a:r>
            <a:endParaRPr lang="en-US" sz="1200" dirty="0"/>
          </a:p>
        </p:txBody>
      </p:sp>
      <p:sp>
        <p:nvSpPr>
          <p:cNvPr id="29" name="Text 22"/>
          <p:cNvSpPr txBox="1"/>
          <p:nvPr/>
        </p:nvSpPr>
        <p:spPr>
          <a:xfrm>
            <a:off x="1790395" y="5783580"/>
            <a:ext cx="3258007" cy="228600"/>
          </a:xfrm>
          <a:prstGeom prst="rect">
            <a:avLst/>
          </a:prstGeom>
          <a:noFill/>
          <a:ln/>
        </p:spPr>
        <p:txBody>
          <a:bodyPr wrap="square" lIns="0" tIns="0" rIns="0" bIns="0" rtlCol="0" anchor="t"/>
          <a:lstStyle/>
          <a:p>
            <a:pPr marL="0" indent="0" algn="l">
              <a:buNone/>
            </a:pPr>
            <a:r>
              <a:rPr lang="en-US" sz="1200" dirty="0">
                <a:solidFill>
                  <a:srgbClr val="FFFFFF">
                    <a:alpha val="80000"/>
                  </a:srgbClr>
                </a:solidFill>
                <a:latin typeface="Poppins" pitchFamily="34" charset="0"/>
                <a:ea typeface="Poppins" pitchFamily="34" charset="-122"/>
                <a:cs typeface="Poppins" pitchFamily="34" charset="-120"/>
              </a:rPr>
              <a:t>Shi et al. — ESPCN: sub-pixel convolution upsampling.</a:t>
            </a:r>
            <a:endParaRPr lang="en-US" sz="1200" dirty="0"/>
          </a:p>
        </p:txBody>
      </p:sp>
      <p:pic>
        <p:nvPicPr>
          <p:cNvPr id="30" name="Picture 29">
            <a:extLst>
              <a:ext uri="{FF2B5EF4-FFF2-40B4-BE49-F238E27FC236}">
                <a16:creationId xmlns:a16="http://schemas.microsoft.com/office/drawing/2014/main" id="{135E3709-F1C8-6E84-EA51-720EFCF71B26}"/>
              </a:ext>
            </a:extLst>
          </p:cNvPr>
          <p:cNvPicPr>
            <a:picLocks noChangeAspect="1"/>
          </p:cNvPicPr>
          <p:nvPr/>
        </p:nvPicPr>
        <p:blipFill>
          <a:blip r:embed="rId8"/>
          <a:stretch>
            <a:fillRect/>
          </a:stretch>
        </p:blipFill>
        <p:spPr>
          <a:xfrm>
            <a:off x="5292164" y="227710"/>
            <a:ext cx="1607366" cy="783591"/>
          </a:xfrm>
          <a:prstGeom prst="rect">
            <a:avLst/>
          </a:prstGeom>
        </p:spPr>
      </p:pic>
      <p:sp>
        <p:nvSpPr>
          <p:cNvPr id="32" name="Shape 1">
            <a:extLst>
              <a:ext uri="{FF2B5EF4-FFF2-40B4-BE49-F238E27FC236}">
                <a16:creationId xmlns:a16="http://schemas.microsoft.com/office/drawing/2014/main" id="{3E27E131-AC1D-E75C-0267-02565ACC1BC3}"/>
              </a:ext>
            </a:extLst>
          </p:cNvPr>
          <p:cNvSpPr/>
          <p:nvPr/>
        </p:nvSpPr>
        <p:spPr>
          <a:xfrm>
            <a:off x="571500" y="25971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3" name="Picture 32">
            <a:extLst>
              <a:ext uri="{FF2B5EF4-FFF2-40B4-BE49-F238E27FC236}">
                <a16:creationId xmlns:a16="http://schemas.microsoft.com/office/drawing/2014/main" id="{1D876DBE-D402-1B41-B952-69F6F5BF98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4101" y="390016"/>
            <a:ext cx="9163491" cy="5864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735</Words>
  <Application>Microsoft Office PowerPoint</Application>
  <PresentationFormat>Widescreen</PresentationFormat>
  <Paragraphs>99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Poppins</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Inter Institutional Inclusive  Innovations Center</cp:lastModifiedBy>
  <cp:revision>2</cp:revision>
  <dcterms:created xsi:type="dcterms:W3CDTF">2026-01-15T05:38:47Z</dcterms:created>
  <dcterms:modified xsi:type="dcterms:W3CDTF">2026-07-24T04:52:04Z</dcterms:modified>
</cp:coreProperties>
</file>